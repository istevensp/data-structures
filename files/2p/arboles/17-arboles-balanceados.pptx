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  <p:sldMasterId id="2147483671" r:id="rId2"/>
  </p:sldMasterIdLst>
  <p:notesMasterIdLst>
    <p:notesMasterId r:id="rId91"/>
  </p:notesMasterIdLst>
  <p:handoutMasterIdLst>
    <p:handoutMasterId r:id="rId92"/>
  </p:handoutMasterIdLst>
  <p:sldIdLst>
    <p:sldId id="729" r:id="rId3"/>
    <p:sldId id="386" r:id="rId4"/>
    <p:sldId id="387" r:id="rId5"/>
    <p:sldId id="388" r:id="rId6"/>
    <p:sldId id="257" r:id="rId7"/>
    <p:sldId id="268" r:id="rId8"/>
    <p:sldId id="258" r:id="rId9"/>
    <p:sldId id="321" r:id="rId10"/>
    <p:sldId id="733" r:id="rId11"/>
    <p:sldId id="732" r:id="rId12"/>
    <p:sldId id="324" r:id="rId13"/>
    <p:sldId id="323" r:id="rId14"/>
    <p:sldId id="322" r:id="rId15"/>
    <p:sldId id="730" r:id="rId16"/>
    <p:sldId id="325" r:id="rId17"/>
    <p:sldId id="327" r:id="rId18"/>
    <p:sldId id="326" r:id="rId19"/>
    <p:sldId id="340" r:id="rId20"/>
    <p:sldId id="330" r:id="rId21"/>
    <p:sldId id="329" r:id="rId22"/>
    <p:sldId id="33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83" r:id="rId31"/>
    <p:sldId id="385" r:id="rId32"/>
    <p:sldId id="384" r:id="rId33"/>
    <p:sldId id="339" r:id="rId34"/>
    <p:sldId id="342" r:id="rId35"/>
    <p:sldId id="343" r:id="rId36"/>
    <p:sldId id="345" r:id="rId37"/>
    <p:sldId id="346" r:id="rId38"/>
    <p:sldId id="347" r:id="rId39"/>
    <p:sldId id="348" r:id="rId40"/>
    <p:sldId id="349" r:id="rId41"/>
    <p:sldId id="350" r:id="rId42"/>
    <p:sldId id="351" r:id="rId43"/>
    <p:sldId id="357" r:id="rId44"/>
    <p:sldId id="356" r:id="rId45"/>
    <p:sldId id="358" r:id="rId46"/>
    <p:sldId id="359" r:id="rId47"/>
    <p:sldId id="360" r:id="rId48"/>
    <p:sldId id="361" r:id="rId49"/>
    <p:sldId id="352" r:id="rId50"/>
    <p:sldId id="353" r:id="rId51"/>
    <p:sldId id="354" r:id="rId52"/>
    <p:sldId id="355" r:id="rId53"/>
    <p:sldId id="362" r:id="rId54"/>
    <p:sldId id="363" r:id="rId55"/>
    <p:sldId id="364" r:id="rId56"/>
    <p:sldId id="365" r:id="rId57"/>
    <p:sldId id="366" r:id="rId58"/>
    <p:sldId id="367" r:id="rId59"/>
    <p:sldId id="368" r:id="rId60"/>
    <p:sldId id="369" r:id="rId61"/>
    <p:sldId id="370" r:id="rId62"/>
    <p:sldId id="372" r:id="rId63"/>
    <p:sldId id="371" r:id="rId64"/>
    <p:sldId id="373" r:id="rId65"/>
    <p:sldId id="374" r:id="rId66"/>
    <p:sldId id="375" r:id="rId67"/>
    <p:sldId id="376" r:id="rId68"/>
    <p:sldId id="377" r:id="rId69"/>
    <p:sldId id="378" r:id="rId70"/>
    <p:sldId id="379" r:id="rId71"/>
    <p:sldId id="381" r:id="rId72"/>
    <p:sldId id="380" r:id="rId73"/>
    <p:sldId id="382" r:id="rId74"/>
    <p:sldId id="731" r:id="rId75"/>
    <p:sldId id="734" r:id="rId76"/>
    <p:sldId id="735" r:id="rId77"/>
    <p:sldId id="261" r:id="rId78"/>
    <p:sldId id="262" r:id="rId79"/>
    <p:sldId id="302" r:id="rId80"/>
    <p:sldId id="284" r:id="rId81"/>
    <p:sldId id="303" r:id="rId82"/>
    <p:sldId id="319" r:id="rId83"/>
    <p:sldId id="305" r:id="rId84"/>
    <p:sldId id="306" r:id="rId85"/>
    <p:sldId id="307" r:id="rId86"/>
    <p:sldId id="308" r:id="rId87"/>
    <p:sldId id="309" r:id="rId88"/>
    <p:sldId id="310" r:id="rId89"/>
    <p:sldId id="317" r:id="rId90"/>
  </p:sldIdLst>
  <p:sldSz cx="9144000" cy="6858000" type="screen4x3"/>
  <p:notesSz cx="6888163" cy="96234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0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7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839C8D-D2F6-4730-AB3F-C340E8F1C18F}" v="2" dt="2024-12-17T16:17:34.6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2" autoAdjust="0"/>
    <p:restoredTop sz="94609" autoAdjust="0"/>
  </p:normalViewPr>
  <p:slideViewPr>
    <p:cSldViewPr>
      <p:cViewPr varScale="1">
        <p:scale>
          <a:sx n="82" d="100"/>
          <a:sy n="82" d="100"/>
        </p:scale>
        <p:origin x="1795" y="72"/>
      </p:cViewPr>
      <p:guideLst>
        <p:guide orient="horz" pos="480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theme" Target="theme/theme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notesMaster" Target="notesMasters/notesMaster1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microsoft.com/office/2016/11/relationships/changesInfo" Target="changesInfos/changesInfo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presProps" Target="presProps.xml"/><Relationship Id="rId9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n Isaac Santillan Padilla" userId="9b70fe88-7305-470b-86a5-d214191a12dc" providerId="ADAL" clId="{D0839C8D-D2F6-4730-AB3F-C340E8F1C18F}"/>
    <pc:docChg chg="custSel modSld">
      <pc:chgData name="Steven Isaac Santillan Padilla" userId="9b70fe88-7305-470b-86a5-d214191a12dc" providerId="ADAL" clId="{D0839C8D-D2F6-4730-AB3F-C340E8F1C18F}" dt="2024-12-17T16:17:34.684" v="3" actId="478"/>
      <pc:docMkLst>
        <pc:docMk/>
      </pc:docMkLst>
      <pc:sldChg chg="delSp modSp mod">
        <pc:chgData name="Steven Isaac Santillan Padilla" userId="9b70fe88-7305-470b-86a5-d214191a12dc" providerId="ADAL" clId="{D0839C8D-D2F6-4730-AB3F-C340E8F1C18F}" dt="2024-12-17T16:17:34.684" v="3" actId="478"/>
        <pc:sldMkLst>
          <pc:docMk/>
          <pc:sldMk cId="0" sldId="729"/>
        </pc:sldMkLst>
        <pc:spChg chg="del mod">
          <ac:chgData name="Steven Isaac Santillan Padilla" userId="9b70fe88-7305-470b-86a5-d214191a12dc" providerId="ADAL" clId="{D0839C8D-D2F6-4730-AB3F-C340E8F1C18F}" dt="2024-12-17T16:17:31.485" v="1" actId="478"/>
          <ac:spMkLst>
            <pc:docMk/>
            <pc:sldMk cId="0" sldId="729"/>
            <ac:spMk id="11" creationId="{424AB3AD-4151-4D8E-A6FE-B93559DA1636}"/>
          </ac:spMkLst>
        </pc:spChg>
        <pc:picChg chg="del">
          <ac:chgData name="Steven Isaac Santillan Padilla" userId="9b70fe88-7305-470b-86a5-d214191a12dc" providerId="ADAL" clId="{D0839C8D-D2F6-4730-AB3F-C340E8F1C18F}" dt="2024-12-17T16:17:34.684" v="3" actId="478"/>
          <ac:picMkLst>
            <pc:docMk/>
            <pc:sldMk cId="0" sldId="729"/>
            <ac:picMk id="4101" creationId="{B7C04BFE-A9DC-40E3-8FF2-6A3A717EE636}"/>
          </ac:picMkLst>
        </pc:picChg>
        <pc:picChg chg="del">
          <ac:chgData name="Steven Isaac Santillan Padilla" userId="9b70fe88-7305-470b-86a5-d214191a12dc" providerId="ADAL" clId="{D0839C8D-D2F6-4730-AB3F-C340E8F1C18F}" dt="2024-12-17T16:17:33.343" v="2" actId="478"/>
          <ac:picMkLst>
            <pc:docMk/>
            <pc:sldMk cId="0" sldId="729"/>
            <ac:picMk id="4102" creationId="{AC502BF5-FB3B-4073-B999-E66D77BA8D8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D3B9B2DB-D5A0-460B-8567-51CB6AB3278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s-ES" altLang="es-EC"/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2ACDD248-FE0F-4EEC-BE1E-1C5F19361DA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3663" y="0"/>
            <a:ext cx="298450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s-ES" altLang="es-EC"/>
          </a:p>
        </p:txBody>
      </p:sp>
      <p:sp>
        <p:nvSpPr>
          <p:cNvPr id="125956" name="Rectangle 4">
            <a:extLst>
              <a:ext uri="{FF2B5EF4-FFF2-40B4-BE49-F238E27FC236}">
                <a16:creationId xmlns:a16="http://schemas.microsoft.com/office/drawing/2014/main" id="{1D73FFB3-4A89-4B31-8AD9-7F58E712707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42413"/>
            <a:ext cx="2984500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s-ES" altLang="es-EC"/>
          </a:p>
        </p:txBody>
      </p:sp>
      <p:sp>
        <p:nvSpPr>
          <p:cNvPr id="125957" name="Rectangle 5">
            <a:extLst>
              <a:ext uri="{FF2B5EF4-FFF2-40B4-BE49-F238E27FC236}">
                <a16:creationId xmlns:a16="http://schemas.microsoft.com/office/drawing/2014/main" id="{19447E2C-7612-4027-B86B-D0674E8F7A8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3663" y="9142413"/>
            <a:ext cx="2984500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3FA41101-4282-8546-99BE-12C579B296CC}" type="slidenum">
              <a:rPr lang="es-ES" altLang="es-EC"/>
              <a:pPr>
                <a:defRPr/>
              </a:pPr>
              <a:t>‹Nº›</a:t>
            </a:fld>
            <a:endParaRPr lang="es-ES" altLang="es-EC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482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482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99B893-9342-4286-A50E-56B6056EE946}" type="datetimeFigureOut">
              <a:rPr lang="en-GB" smtClean="0"/>
              <a:t>17/12/2024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7938" y="1203325"/>
            <a:ext cx="4332287" cy="3248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630738"/>
            <a:ext cx="5510213" cy="37893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40825"/>
            <a:ext cx="2984500" cy="482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075" y="9140825"/>
            <a:ext cx="2984500" cy="482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7A686-4FBD-40E3-9629-BD923C21CBE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594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83618907-F681-4E5D-ADC2-B5145E5163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A7E56738-2824-4CC6-AB3A-EFB3CA9D2F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7CBB862B-B4F4-498D-B443-DCF3741B5C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B9B2EE-59B0-467A-98D1-C9C95AC5A92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828800"/>
            <a:ext cx="7772400" cy="1371600"/>
          </a:xfrm>
        </p:spPr>
        <p:txBody>
          <a:bodyPr/>
          <a:lstStyle>
            <a:lvl1pPr>
              <a:defRPr sz="5400">
                <a:solidFill>
                  <a:srgbClr val="336699"/>
                </a:solidFill>
                <a:latin typeface="Trebuchet MS" panose="020B0603020202020204" pitchFamily="34" charset="0"/>
              </a:defRPr>
            </a:lvl1pPr>
          </a:lstStyle>
          <a:p>
            <a:pPr lvl="0"/>
            <a:r>
              <a:rPr lang="es-ES" altLang="es-EC" noProof="0"/>
              <a:t>TIPOS DE DATOS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648200"/>
            <a:ext cx="6400800" cy="990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es-ES" altLang="es-EC" noProof="0"/>
              <a:t>ESTRUCTURAS DE DATOS</a:t>
            </a:r>
          </a:p>
        </p:txBody>
      </p:sp>
    </p:spTree>
    <p:extLst>
      <p:ext uri="{BB962C8B-B14F-4D97-AF65-F5344CB8AC3E}">
        <p14:creationId xmlns:p14="http://schemas.microsoft.com/office/powerpoint/2010/main" val="2117953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49487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39809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798638"/>
            <a:ext cx="4038600" cy="452596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798638"/>
            <a:ext cx="4038600" cy="452596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30410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98941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34632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2109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235819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C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414190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20842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10350" y="533400"/>
            <a:ext cx="2076450" cy="57912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381000" y="533400"/>
            <a:ext cx="6076950" cy="57912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572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9584A0-7B09-4927-9040-B451E9565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39BCF2-A214-4827-9AE0-9F4BEAA547F6}" type="datetimeFigureOut">
              <a:rPr lang="es-EC"/>
              <a:pPr>
                <a:defRPr/>
              </a:pPr>
              <a:t>17/12/2024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0237B-6BE3-401C-B63B-E6F081A56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CB8657-6765-41A1-9B0A-B569B67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89A67B-58C5-4B66-BE5C-A919E8B44EAA}" type="slidenum">
              <a:rPr lang="es-EC" altLang="en-US"/>
              <a:pPr>
                <a:defRPr/>
              </a:pPr>
              <a:t>‹Nº›</a:t>
            </a:fld>
            <a:endParaRPr lang="es-EC" altLang="en-US"/>
          </a:p>
        </p:txBody>
      </p:sp>
    </p:spTree>
    <p:extLst>
      <p:ext uri="{BB962C8B-B14F-4D97-AF65-F5344CB8AC3E}">
        <p14:creationId xmlns:p14="http://schemas.microsoft.com/office/powerpoint/2010/main" val="3078061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4534D5-1122-402C-9A8C-D2D377839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34489-A457-4CEF-A0C4-CD68A0236C93}" type="datetimeFigureOut">
              <a:rPr lang="es-EC"/>
              <a:pPr>
                <a:defRPr/>
              </a:pPr>
              <a:t>17/12/2024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57EF5B-49C2-49B9-8787-692FD69B1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57FDAD-B867-48A0-B5A4-9835333B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E2637-0865-43DC-BCF2-BD1917DAA5E7}" type="slidenum">
              <a:rPr lang="es-EC" altLang="en-US"/>
              <a:pPr>
                <a:defRPr/>
              </a:pPr>
              <a:t>‹Nº›</a:t>
            </a:fld>
            <a:endParaRPr lang="es-EC" altLang="en-US"/>
          </a:p>
        </p:txBody>
      </p:sp>
    </p:spTree>
    <p:extLst>
      <p:ext uri="{BB962C8B-B14F-4D97-AF65-F5344CB8AC3E}">
        <p14:creationId xmlns:p14="http://schemas.microsoft.com/office/powerpoint/2010/main" val="1191396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24425D-39E9-4A64-94C2-80E0A4C27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B8A729-C9F1-47BC-8EFE-1AD287531C28}" type="datetimeFigureOut">
              <a:rPr lang="es-EC"/>
              <a:pPr>
                <a:defRPr/>
              </a:pPr>
              <a:t>17/12/2024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71EAE1-2D9E-4461-9E1B-3E2C067ED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5443C7-0CD4-4F97-B36C-614542EC9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6C8D6C-63A5-404E-B20B-D66EB9511FD8}" type="slidenum">
              <a:rPr lang="es-EC" altLang="en-US"/>
              <a:pPr>
                <a:defRPr/>
              </a:pPr>
              <a:t>‹Nº›</a:t>
            </a:fld>
            <a:endParaRPr lang="es-EC" altLang="en-US"/>
          </a:p>
        </p:txBody>
      </p:sp>
    </p:spTree>
    <p:extLst>
      <p:ext uri="{BB962C8B-B14F-4D97-AF65-F5344CB8AC3E}">
        <p14:creationId xmlns:p14="http://schemas.microsoft.com/office/powerpoint/2010/main" val="11952881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305F36CB-CA58-4CA4-A29D-C3FDEC9C9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C25193-200E-4A09-A253-E02F3BB6250E}" type="datetimeFigureOut">
              <a:rPr lang="es-EC"/>
              <a:pPr>
                <a:defRPr/>
              </a:pPr>
              <a:t>17/12/2024</a:t>
            </a:fld>
            <a:endParaRPr lang="es-EC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372132E6-B1E8-44F7-8E48-9608E7ABC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C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68ED524-CF25-4624-A5A3-07FE08ABD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6E3D69-EB7B-4AC6-9D08-21CB187FC089}" type="slidenum">
              <a:rPr lang="es-EC" altLang="en-US"/>
              <a:pPr>
                <a:defRPr/>
              </a:pPr>
              <a:t>‹Nº›</a:t>
            </a:fld>
            <a:endParaRPr lang="es-EC" altLang="en-US"/>
          </a:p>
        </p:txBody>
      </p:sp>
    </p:spTree>
    <p:extLst>
      <p:ext uri="{BB962C8B-B14F-4D97-AF65-F5344CB8AC3E}">
        <p14:creationId xmlns:p14="http://schemas.microsoft.com/office/powerpoint/2010/main" val="1079146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3">
            <a:extLst>
              <a:ext uri="{FF2B5EF4-FFF2-40B4-BE49-F238E27FC236}">
                <a16:creationId xmlns:a16="http://schemas.microsoft.com/office/drawing/2014/main" id="{2A3F6E6C-93B7-41FF-BA72-7C45BAC3C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B0708C-0CA9-4A3C-8204-C6E0EC6CB06E}" type="datetimeFigureOut">
              <a:rPr lang="es-EC"/>
              <a:pPr>
                <a:defRPr/>
              </a:pPr>
              <a:t>17/12/2024</a:t>
            </a:fld>
            <a:endParaRPr lang="es-EC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F1276B47-24CB-46B0-8F72-20DCC89D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C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6DA508C6-9281-4FA9-B010-29BCE59C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715E49-D968-4BB1-9077-A0427B02BD26}" type="slidenum">
              <a:rPr lang="es-EC" altLang="en-US"/>
              <a:pPr>
                <a:defRPr/>
              </a:pPr>
              <a:t>‹Nº›</a:t>
            </a:fld>
            <a:endParaRPr lang="es-EC" altLang="en-US"/>
          </a:p>
        </p:txBody>
      </p:sp>
    </p:spTree>
    <p:extLst>
      <p:ext uri="{BB962C8B-B14F-4D97-AF65-F5344CB8AC3E}">
        <p14:creationId xmlns:p14="http://schemas.microsoft.com/office/powerpoint/2010/main" val="209018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3">
            <a:extLst>
              <a:ext uri="{FF2B5EF4-FFF2-40B4-BE49-F238E27FC236}">
                <a16:creationId xmlns:a16="http://schemas.microsoft.com/office/drawing/2014/main" id="{B2A275A6-2312-4327-AF90-55E37CA02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209CF-048D-4279-B6D8-12A4999B2451}" type="datetimeFigureOut">
              <a:rPr lang="es-EC"/>
              <a:pPr>
                <a:defRPr/>
              </a:pPr>
              <a:t>17/12/2024</a:t>
            </a:fld>
            <a:endParaRPr lang="es-EC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E0C83397-0813-4711-BF6A-4DE67D955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C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90D4F5F0-0991-42B2-810B-86709916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7623E-7710-4314-B748-BA058E670E18}" type="slidenum">
              <a:rPr lang="es-EC" altLang="en-US"/>
              <a:pPr>
                <a:defRPr/>
              </a:pPr>
              <a:t>‹Nº›</a:t>
            </a:fld>
            <a:endParaRPr lang="es-EC" altLang="en-US"/>
          </a:p>
        </p:txBody>
      </p:sp>
    </p:spTree>
    <p:extLst>
      <p:ext uri="{BB962C8B-B14F-4D97-AF65-F5344CB8AC3E}">
        <p14:creationId xmlns:p14="http://schemas.microsoft.com/office/powerpoint/2010/main" val="503661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>
            <a:extLst>
              <a:ext uri="{FF2B5EF4-FFF2-40B4-BE49-F238E27FC236}">
                <a16:creationId xmlns:a16="http://schemas.microsoft.com/office/drawing/2014/main" id="{C99589F5-EAA6-4AB2-8C1A-74D5EDCC6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42AB55-262D-4DE9-9D48-DFD9D580EA4E}" type="datetimeFigureOut">
              <a:rPr lang="es-EC"/>
              <a:pPr>
                <a:defRPr/>
              </a:pPr>
              <a:t>17/12/2024</a:t>
            </a:fld>
            <a:endParaRPr lang="es-EC"/>
          </a:p>
        </p:txBody>
      </p:sp>
      <p:sp>
        <p:nvSpPr>
          <p:cNvPr id="3" name="Marcador de pie de página 4">
            <a:extLst>
              <a:ext uri="{FF2B5EF4-FFF2-40B4-BE49-F238E27FC236}">
                <a16:creationId xmlns:a16="http://schemas.microsoft.com/office/drawing/2014/main" id="{E631FCBC-49DB-4C42-AC37-05946C2A3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C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23603FD3-D0BB-4C73-A035-E5BA55BC3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767FED-6990-45F2-ACD3-C6DCA3D132D3}" type="slidenum">
              <a:rPr lang="es-EC" altLang="en-US"/>
              <a:pPr>
                <a:defRPr/>
              </a:pPr>
              <a:t>‹Nº›</a:t>
            </a:fld>
            <a:endParaRPr lang="es-EC" altLang="en-US"/>
          </a:p>
        </p:txBody>
      </p:sp>
    </p:spTree>
    <p:extLst>
      <p:ext uri="{BB962C8B-B14F-4D97-AF65-F5344CB8AC3E}">
        <p14:creationId xmlns:p14="http://schemas.microsoft.com/office/powerpoint/2010/main" val="8504213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E2650691-30CB-4276-9474-906A6026C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A52FE4-9F5C-4955-9511-AB9A08865B36}" type="datetimeFigureOut">
              <a:rPr lang="es-EC"/>
              <a:pPr>
                <a:defRPr/>
              </a:pPr>
              <a:t>17/12/2024</a:t>
            </a:fld>
            <a:endParaRPr lang="es-EC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7E3E4269-6B2E-4CF8-905C-8A9EE5101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C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46691A53-ACE0-491E-9A25-E92D58A9A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7C85AE-4FE0-47C8-96C2-BAE9FBB0F4A5}" type="slidenum">
              <a:rPr lang="es-EC" altLang="en-US"/>
              <a:pPr>
                <a:defRPr/>
              </a:pPr>
              <a:t>‹Nº›</a:t>
            </a:fld>
            <a:endParaRPr lang="es-EC" altLang="en-US"/>
          </a:p>
        </p:txBody>
      </p:sp>
    </p:spTree>
    <p:extLst>
      <p:ext uri="{BB962C8B-B14F-4D97-AF65-F5344CB8AC3E}">
        <p14:creationId xmlns:p14="http://schemas.microsoft.com/office/powerpoint/2010/main" val="13402842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C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4119B30E-AF48-4701-B914-6A68E139B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576687-C25A-4433-B5E7-930567D9E877}" type="datetimeFigureOut">
              <a:rPr lang="es-EC"/>
              <a:pPr>
                <a:defRPr/>
              </a:pPr>
              <a:t>17/12/2024</a:t>
            </a:fld>
            <a:endParaRPr lang="es-EC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AAEC77F7-4C22-426F-8B51-8DD623B31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C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0A270460-8276-47D0-97A9-E4B1B1BF3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D7E9A-9652-4475-B92A-460C0CD5687A}" type="slidenum">
              <a:rPr lang="es-EC" altLang="en-US"/>
              <a:pPr>
                <a:defRPr/>
              </a:pPr>
              <a:t>‹Nº›</a:t>
            </a:fld>
            <a:endParaRPr lang="es-EC" altLang="en-US"/>
          </a:p>
        </p:txBody>
      </p:sp>
    </p:spTree>
    <p:extLst>
      <p:ext uri="{BB962C8B-B14F-4D97-AF65-F5344CB8AC3E}">
        <p14:creationId xmlns:p14="http://schemas.microsoft.com/office/powerpoint/2010/main" val="42670362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5FFC81-74F7-4217-9160-2DDEE7429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55D28-7C54-482D-834C-0238F27F43F6}" type="datetimeFigureOut">
              <a:rPr lang="es-EC"/>
              <a:pPr>
                <a:defRPr/>
              </a:pPr>
              <a:t>17/12/2024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130E93-4252-4060-9B5B-AFCA4F2AE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CD4527-C91A-41C1-A159-9478FECCC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06513F-89EC-4256-A90E-2DFB8E6FA288}" type="slidenum">
              <a:rPr lang="es-EC" altLang="en-US"/>
              <a:pPr>
                <a:defRPr/>
              </a:pPr>
              <a:t>‹Nº›</a:t>
            </a:fld>
            <a:endParaRPr lang="es-EC" altLang="en-US"/>
          </a:p>
        </p:txBody>
      </p:sp>
    </p:spTree>
    <p:extLst>
      <p:ext uri="{BB962C8B-B14F-4D97-AF65-F5344CB8AC3E}">
        <p14:creationId xmlns:p14="http://schemas.microsoft.com/office/powerpoint/2010/main" val="1127225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7B7A8C-734E-469D-BC7A-4BD3339C7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FE514-A33B-4C1A-A344-B5BC234110A1}" type="datetimeFigureOut">
              <a:rPr lang="es-EC"/>
              <a:pPr>
                <a:defRPr/>
              </a:pPr>
              <a:t>17/12/2024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6F0C33-2E8B-4D76-A625-96651BCDF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2B2E57-F0DA-4F89-822A-52D02B266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BC9A61-AEF6-43A6-A421-B98C20660EBD}" type="slidenum">
              <a:rPr lang="es-EC" altLang="en-US"/>
              <a:pPr>
                <a:defRPr/>
              </a:pPr>
              <a:t>‹Nº›</a:t>
            </a:fld>
            <a:endParaRPr lang="es-EC" altLang="en-US"/>
          </a:p>
        </p:txBody>
      </p:sp>
    </p:spTree>
    <p:extLst>
      <p:ext uri="{BB962C8B-B14F-4D97-AF65-F5344CB8AC3E}">
        <p14:creationId xmlns:p14="http://schemas.microsoft.com/office/powerpoint/2010/main" val="4033251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32AB385-1638-2E45-B5E5-1C2C4ADA39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533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C" altLang="es-EC"/>
              <a:t>ARBOLES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5DD42D3-5F01-4246-9D05-88832412F3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98638"/>
            <a:ext cx="82296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C" altLang="es-EC"/>
              <a:t>Haga clic para modificar el estilo de texto del patrón</a:t>
            </a:r>
          </a:p>
          <a:p>
            <a:pPr lvl="1"/>
            <a:r>
              <a:rPr lang="es-EC" altLang="es-EC"/>
              <a:t>Segundo nivel</a:t>
            </a:r>
          </a:p>
          <a:p>
            <a:pPr lvl="2"/>
            <a:r>
              <a:rPr lang="es-EC" altLang="es-EC"/>
              <a:t>Tercer nivel</a:t>
            </a:r>
          </a:p>
          <a:p>
            <a:pPr lvl="3"/>
            <a:r>
              <a:rPr lang="es-EC" altLang="es-EC"/>
              <a:t>Cuarto nivel</a:t>
            </a:r>
          </a:p>
          <a:p>
            <a:pPr lvl="4"/>
            <a:r>
              <a:rPr lang="es-EC" altLang="es-EC"/>
              <a:t>Quinto nivel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800" i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00" i="1">
          <a:solidFill>
            <a:schemeClr val="tx2"/>
          </a:solidFill>
          <a:latin typeface="Century Gothic" panose="020B0502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00" i="1">
          <a:solidFill>
            <a:schemeClr val="tx2"/>
          </a:solidFill>
          <a:latin typeface="Century Gothic" panose="020B0502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00" i="1">
          <a:solidFill>
            <a:schemeClr val="tx2"/>
          </a:solidFill>
          <a:latin typeface="Century Gothic" panose="020B0502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00" i="1">
          <a:solidFill>
            <a:schemeClr val="tx2"/>
          </a:solidFill>
          <a:latin typeface="Century Gothic" panose="020B0502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800" i="1">
          <a:solidFill>
            <a:schemeClr val="tx2"/>
          </a:solidFill>
          <a:latin typeface="Century Gothic" panose="020B0502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800" i="1">
          <a:solidFill>
            <a:schemeClr val="tx2"/>
          </a:solidFill>
          <a:latin typeface="Century Gothic" panose="020B0502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800" i="1">
          <a:solidFill>
            <a:schemeClr val="tx2"/>
          </a:solidFill>
          <a:latin typeface="Century Gothic" panose="020B0502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800" i="1">
          <a:solidFill>
            <a:schemeClr val="tx2"/>
          </a:solidFill>
          <a:latin typeface="Century Gothic" panose="020B0502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"/>
        <a:defRPr sz="3200" kern="1200">
          <a:solidFill>
            <a:srgbClr val="00285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66FF"/>
        </a:buClr>
        <a:buSzPct val="80000"/>
        <a:buFont typeface="Wingdings" pitchFamily="2" charset="2"/>
        <a:buChar char=""/>
        <a:defRPr sz="2800" kern="1200">
          <a:solidFill>
            <a:srgbClr val="002850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"/>
        <a:defRPr sz="2400" i="1" kern="1200">
          <a:solidFill>
            <a:srgbClr val="002850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CCFF"/>
        </a:buClr>
        <a:buSzPct val="80000"/>
        <a:buFont typeface="Wingdings" pitchFamily="2" charset="2"/>
        <a:buChar char=""/>
        <a:defRPr sz="2000" kern="1200">
          <a:solidFill>
            <a:srgbClr val="002850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"/>
        <a:defRPr sz="2000" i="1" kern="1200">
          <a:solidFill>
            <a:srgbClr val="00285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A322AACB-2FF1-4FE1-BBDF-AA1B725E98E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C"/>
              <a:t>Haga clic para modificar el estilo de título del patrón</a:t>
            </a:r>
            <a:endParaRPr lang="es-EC" altLang="es-EC"/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3E7DF3E3-7B96-42B6-89D8-F15187F661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C"/>
              <a:t>Haga clic para modificar el estilo de texto del patrón</a:t>
            </a:r>
          </a:p>
          <a:p>
            <a:pPr lvl="1"/>
            <a:r>
              <a:rPr lang="es-ES" altLang="es-EC"/>
              <a:t>Segundo nivel</a:t>
            </a:r>
          </a:p>
          <a:p>
            <a:pPr lvl="2"/>
            <a:r>
              <a:rPr lang="es-ES" altLang="es-EC"/>
              <a:t>Tercer nivel</a:t>
            </a:r>
          </a:p>
          <a:p>
            <a:pPr lvl="3"/>
            <a:r>
              <a:rPr lang="es-ES" altLang="es-EC"/>
              <a:t>Cuarto nivel</a:t>
            </a:r>
          </a:p>
          <a:p>
            <a:pPr lvl="4"/>
            <a:r>
              <a:rPr lang="es-ES" altLang="es-EC"/>
              <a:t>Quinto nivel</a:t>
            </a:r>
            <a:endParaRPr lang="es-EC" alt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86ED4B-FAAD-422E-8F2D-7FA01F29E0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B733E48-0B9F-415A-832C-3D89947FB81F}" type="datetimeFigureOut">
              <a:rPr lang="es-EC"/>
              <a:pPr>
                <a:defRPr/>
              </a:pPr>
              <a:t>17/12/2024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913F71-052F-4586-8DF9-896E9ACEF3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633A7C-A54A-4308-8275-4A3FB7923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13359D2-C773-4871-B787-AE37CBEB489C}" type="slidenum">
              <a:rPr lang="es-EC" altLang="en-US"/>
              <a:pPr>
                <a:defRPr/>
              </a:pPr>
              <a:t>‹Nº›</a:t>
            </a:fld>
            <a:endParaRPr lang="es-EC" altLang="en-US"/>
          </a:p>
        </p:txBody>
      </p:sp>
    </p:spTree>
    <p:extLst>
      <p:ext uri="{BB962C8B-B14F-4D97-AF65-F5344CB8AC3E}">
        <p14:creationId xmlns:p14="http://schemas.microsoft.com/office/powerpoint/2010/main" val="80465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E84FB0-294B-459C-BE34-DE7B8E526A98}"/>
              </a:ext>
            </a:extLst>
          </p:cNvPr>
          <p:cNvSpPr/>
          <p:nvPr/>
        </p:nvSpPr>
        <p:spPr>
          <a:xfrm>
            <a:off x="0" y="2565400"/>
            <a:ext cx="9144000" cy="1512888"/>
          </a:xfrm>
          <a:prstGeom prst="rect">
            <a:avLst/>
          </a:prstGeom>
          <a:gradFill flip="none" rotWithShape="1">
            <a:gsLst>
              <a:gs pos="100000">
                <a:srgbClr val="005199"/>
              </a:gs>
              <a:gs pos="0">
                <a:srgbClr val="00529B"/>
              </a:gs>
              <a:gs pos="50000">
                <a:srgbClr val="003A74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F97776-2FFD-4404-9302-BC0CED8FB24E}"/>
              </a:ext>
            </a:extLst>
          </p:cNvPr>
          <p:cNvSpPr txBox="1">
            <a:spLocks noChangeArrowheads="1"/>
          </p:cNvSpPr>
          <p:nvPr/>
        </p:nvSpPr>
        <p:spPr>
          <a:xfrm>
            <a:off x="2016125" y="2867025"/>
            <a:ext cx="5111750" cy="5603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5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 pitchFamily="34" charset="0"/>
                <a:ea typeface="+mj-ea"/>
                <a:cs typeface="+mj-cs"/>
              </a:rPr>
              <a:t>Estructuras</a:t>
            </a:r>
            <a:r>
              <a:rPr kumimoji="0" lang="en-US" altLang="en-US" sz="4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 pitchFamily="34" charset="0"/>
                <a:ea typeface="+mj-ea"/>
                <a:cs typeface="+mj-cs"/>
              </a:rPr>
              <a:t> de </a:t>
            </a:r>
            <a:r>
              <a:rPr kumimoji="0" lang="en-US" altLang="en-US" sz="405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 pitchFamily="34" charset="0"/>
                <a:ea typeface="+mj-ea"/>
                <a:cs typeface="+mj-cs"/>
              </a:rPr>
              <a:t>Datos</a:t>
            </a:r>
            <a:endParaRPr kumimoji="0" lang="en-US" altLang="en-US" sz="4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 pitchFamily="34" charset="0"/>
              <a:ea typeface="+mj-ea"/>
              <a:cs typeface="+mj-cs"/>
            </a:endParaRPr>
          </a:p>
        </p:txBody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60570020-DC83-4B1E-8897-DDFB53FF2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8883" y="3481738"/>
            <a:ext cx="2906245" cy="373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7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Árboles</a:t>
            </a:r>
            <a:r>
              <a:rPr kumimoji="0" lang="en-US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 </a:t>
            </a:r>
            <a:r>
              <a:rPr kumimoji="0" lang="en-US" altLang="en-US" sz="27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Balanceados</a:t>
            </a: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68353-3324-8840-8E64-8B8292C1B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Construya</a:t>
            </a:r>
            <a:r>
              <a:rPr lang="en-US" dirty="0"/>
              <a:t> el ABB para: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A49A1-072B-604D-8684-238F70CA0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Claves: 30, 40, 10, 50, 20, 5, 35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Claves: 50, 40, 35, 30, 20, 10, 5</a:t>
            </a:r>
          </a:p>
        </p:txBody>
      </p:sp>
    </p:spTree>
    <p:extLst>
      <p:ext uri="{BB962C8B-B14F-4D97-AF65-F5344CB8AC3E}">
        <p14:creationId xmlns:p14="http://schemas.microsoft.com/office/powerpoint/2010/main" val="2555390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68353-3324-8840-8E64-8B8292C1B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Construya</a:t>
            </a:r>
            <a:r>
              <a:rPr lang="en-US" dirty="0"/>
              <a:t> el ABB para: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A49A1-072B-604D-8684-238F70CA0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98638"/>
            <a:ext cx="8511480" cy="452596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Claves: 30, 40, 10, 50, 20, 5, 35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Claves: 50, 40, 35, 30, 20, 10, 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¿</a:t>
            </a:r>
            <a:r>
              <a:rPr lang="en-US" dirty="0" err="1"/>
              <a:t>Cuántas</a:t>
            </a:r>
            <a:r>
              <a:rPr lang="en-US" dirty="0"/>
              <a:t> </a:t>
            </a:r>
            <a:r>
              <a:rPr lang="en-US" dirty="0" err="1"/>
              <a:t>comparaciones</a:t>
            </a:r>
            <a:r>
              <a:rPr lang="en-US" dirty="0"/>
              <a:t> se </a:t>
            </a:r>
            <a:r>
              <a:rPr lang="en-US" dirty="0" err="1"/>
              <a:t>requieren</a:t>
            </a:r>
            <a:r>
              <a:rPr lang="en-US" dirty="0"/>
              <a:t> para </a:t>
            </a:r>
            <a:r>
              <a:rPr lang="en-US" dirty="0" err="1"/>
              <a:t>encontrar</a:t>
            </a:r>
            <a:r>
              <a:rPr lang="en-US" dirty="0"/>
              <a:t> el 5?</a:t>
            </a:r>
          </a:p>
        </p:txBody>
      </p:sp>
    </p:spTree>
    <p:extLst>
      <p:ext uri="{BB962C8B-B14F-4D97-AF65-F5344CB8AC3E}">
        <p14:creationId xmlns:p14="http://schemas.microsoft.com/office/powerpoint/2010/main" val="3171106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52859-55DD-8740-A999-1921A2761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8EB16-6B22-654B-9581-D9FAAC45A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La </a:t>
            </a:r>
            <a:r>
              <a:rPr lang="en-US" dirty="0" err="1"/>
              <a:t>altura</a:t>
            </a:r>
            <a:r>
              <a:rPr lang="en-US" dirty="0"/>
              <a:t> del árbol es un factor </a:t>
            </a:r>
            <a:r>
              <a:rPr lang="en-US" dirty="0" err="1"/>
              <a:t>crítico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eficiencia</a:t>
            </a:r>
            <a:r>
              <a:rPr lang="en-US" dirty="0"/>
              <a:t> de la </a:t>
            </a:r>
            <a:r>
              <a:rPr lang="en-US" dirty="0" err="1"/>
              <a:t>búsqueda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619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>
            <a:extLst>
              <a:ext uri="{FF2B5EF4-FFF2-40B4-BE49-F238E27FC236}">
                <a16:creationId xmlns:a16="http://schemas.microsoft.com/office/drawing/2014/main" id="{E9840DF8-3A80-D048-8DD4-A39AEDD4BE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C"/>
              <a:t>EFICIENCIA DE LOS ABB</a:t>
            </a:r>
            <a:endParaRPr lang="es-ES" altLang="es-EC"/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23FBAC27-3032-5D40-B42F-1806E934F7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700213"/>
            <a:ext cx="7467600" cy="1411287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s-ES_tradnl" altLang="es-EC" sz="2400"/>
              <a:t>Los ABB se utilizan </a:t>
            </a:r>
          </a:p>
          <a:p>
            <a:pPr lvl="1" eaLnBrk="1" hangingPunct="1">
              <a:lnSpc>
                <a:spcPct val="130000"/>
              </a:lnSpc>
            </a:pPr>
            <a:r>
              <a:rPr lang="es-ES_tradnl" altLang="es-EC" sz="2000"/>
              <a:t>Para almacenar datos en forma ordenada</a:t>
            </a:r>
          </a:p>
          <a:p>
            <a:pPr lvl="1" eaLnBrk="1" hangingPunct="1">
              <a:lnSpc>
                <a:spcPct val="130000"/>
              </a:lnSpc>
            </a:pPr>
            <a:r>
              <a:rPr lang="es-ES_tradnl" altLang="es-EC" sz="2000"/>
              <a:t>Y facilitar la búsqueda de información</a:t>
            </a:r>
          </a:p>
          <a:p>
            <a:pPr eaLnBrk="1" hangingPunct="1">
              <a:lnSpc>
                <a:spcPct val="130000"/>
              </a:lnSpc>
            </a:pPr>
            <a:r>
              <a:rPr lang="es-ES_tradnl" altLang="es-EC" sz="2400"/>
              <a:t>La estructura de un ABB</a:t>
            </a:r>
          </a:p>
          <a:p>
            <a:pPr lvl="1" eaLnBrk="1" hangingPunct="1">
              <a:lnSpc>
                <a:spcPct val="130000"/>
              </a:lnSpc>
            </a:pPr>
            <a:r>
              <a:rPr lang="es-ES_tradnl" altLang="es-EC" sz="2000"/>
              <a:t>Depende del orden en que se añaden sus nodos</a:t>
            </a:r>
          </a:p>
          <a:p>
            <a:pPr lvl="1" eaLnBrk="1" hangingPunct="1">
              <a:lnSpc>
                <a:spcPct val="130000"/>
              </a:lnSpc>
            </a:pPr>
            <a:r>
              <a:rPr lang="es-ES_tradnl" altLang="es-EC" sz="2000"/>
              <a:t>Si todos los elementos se añaden en orden creciente:</a:t>
            </a:r>
          </a:p>
          <a:p>
            <a:pPr lvl="1" eaLnBrk="1" hangingPunct="1">
              <a:lnSpc>
                <a:spcPct val="130000"/>
              </a:lnSpc>
              <a:buFont typeface="Wingdings" pitchFamily="2" charset="2"/>
              <a:buNone/>
            </a:pPr>
            <a:endParaRPr lang="es-ES_tradnl" altLang="es-EC" sz="2000"/>
          </a:p>
        </p:txBody>
      </p:sp>
      <p:sp>
        <p:nvSpPr>
          <p:cNvPr id="96260" name="Rectangle 4">
            <a:extLst>
              <a:ext uri="{FF2B5EF4-FFF2-40B4-BE49-F238E27FC236}">
                <a16:creationId xmlns:a16="http://schemas.microsoft.com/office/drawing/2014/main" id="{91E2F1B1-561F-D04D-BD61-CD1AB5C28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8738" y="4586288"/>
            <a:ext cx="7583488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lvl="2" eaLnBrk="1" hangingPunct="1">
              <a:lnSpc>
                <a:spcPct val="130000"/>
              </a:lnSpc>
              <a:buClr>
                <a:srgbClr val="0066FF"/>
              </a:buClr>
            </a:pPr>
            <a:r>
              <a:rPr lang="es-ES_tradnl" altLang="es-EC" sz="2000" i="0"/>
              <a:t>El arbol queda alineado todo hacia la derecha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</a:pPr>
            <a:r>
              <a:rPr lang="es-ES_tradnl" altLang="es-EC" sz="2400"/>
              <a:t>Y la busqueda ya no es binaria(2 posibilidades), es lineal(1)</a:t>
            </a:r>
            <a:endParaRPr lang="es-ES" altLang="es-EC" sz="2400"/>
          </a:p>
        </p:txBody>
      </p:sp>
      <p:sp>
        <p:nvSpPr>
          <p:cNvPr id="96261" name="Text Box 5">
            <a:extLst>
              <a:ext uri="{FF2B5EF4-FFF2-40B4-BE49-F238E27FC236}">
                <a16:creationId xmlns:a16="http://schemas.microsoft.com/office/drawing/2014/main" id="{F0A9B04B-FA53-7440-9BAA-C9145BF90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133600"/>
            <a:ext cx="2133600" cy="863600"/>
          </a:xfrm>
          <a:prstGeom prst="rect">
            <a:avLst/>
          </a:prstGeom>
          <a:solidFill>
            <a:srgbClr val="CCFFCC"/>
          </a:solidFill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2000">
                <a:solidFill>
                  <a:schemeClr val="tx1"/>
                </a:solidFill>
                <a:latin typeface="Tahoma" panose="020B0604030504040204" pitchFamily="34" charset="0"/>
              </a:rPr>
              <a:t>Ejemplo: 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2000">
                <a:solidFill>
                  <a:schemeClr val="tx1"/>
                </a:solidFill>
                <a:latin typeface="Tahoma" panose="020B0604030504040204" pitchFamily="34" charset="0"/>
              </a:rPr>
              <a:t>12, 18, 27 y 35</a:t>
            </a:r>
          </a:p>
        </p:txBody>
      </p:sp>
      <p:grpSp>
        <p:nvGrpSpPr>
          <p:cNvPr id="96269" name="Group 13">
            <a:extLst>
              <a:ext uri="{FF2B5EF4-FFF2-40B4-BE49-F238E27FC236}">
                <a16:creationId xmlns:a16="http://schemas.microsoft.com/office/drawing/2014/main" id="{238C2A92-822F-534D-9227-29E4403B9EE2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3276600"/>
            <a:ext cx="1981200" cy="1981200"/>
            <a:chOff x="4272" y="2064"/>
            <a:chExt cx="1248" cy="1248"/>
          </a:xfrm>
        </p:grpSpPr>
        <p:sp>
          <p:nvSpPr>
            <p:cNvPr id="4102" name="Oval 6">
              <a:extLst>
                <a:ext uri="{FF2B5EF4-FFF2-40B4-BE49-F238E27FC236}">
                  <a16:creationId xmlns:a16="http://schemas.microsoft.com/office/drawing/2014/main" id="{9B7C8477-5DC5-DB45-82F7-093A7386F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064"/>
              <a:ext cx="240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4103" name="Oval 7">
              <a:extLst>
                <a:ext uri="{FF2B5EF4-FFF2-40B4-BE49-F238E27FC236}">
                  <a16:creationId xmlns:a16="http://schemas.microsoft.com/office/drawing/2014/main" id="{9E2C32E2-D780-D64C-97F6-59864A1E1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400"/>
              <a:ext cx="240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18</a:t>
              </a:r>
            </a:p>
          </p:txBody>
        </p:sp>
        <p:sp>
          <p:nvSpPr>
            <p:cNvPr id="4104" name="Oval 8">
              <a:extLst>
                <a:ext uri="{FF2B5EF4-FFF2-40B4-BE49-F238E27FC236}">
                  <a16:creationId xmlns:a16="http://schemas.microsoft.com/office/drawing/2014/main" id="{180BE6AA-D306-AA4F-B777-4ACEF4A0B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736"/>
              <a:ext cx="240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27</a:t>
              </a:r>
            </a:p>
          </p:txBody>
        </p:sp>
        <p:sp>
          <p:nvSpPr>
            <p:cNvPr id="4105" name="Oval 9">
              <a:extLst>
                <a:ext uri="{FF2B5EF4-FFF2-40B4-BE49-F238E27FC236}">
                  <a16:creationId xmlns:a16="http://schemas.microsoft.com/office/drawing/2014/main" id="{BCD751FA-1620-4C45-8D2B-4EC725310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" y="3072"/>
              <a:ext cx="240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35</a:t>
              </a:r>
            </a:p>
          </p:txBody>
        </p:sp>
        <p:cxnSp>
          <p:nvCxnSpPr>
            <p:cNvPr id="4106" name="AutoShape 10">
              <a:extLst>
                <a:ext uri="{FF2B5EF4-FFF2-40B4-BE49-F238E27FC236}">
                  <a16:creationId xmlns:a16="http://schemas.microsoft.com/office/drawing/2014/main" id="{F9D0DE05-CE70-F742-BAB8-6C251ADC93F0}"/>
                </a:ext>
              </a:extLst>
            </p:cNvPr>
            <p:cNvCxnSpPr>
              <a:cxnSpLocks noChangeShapeType="1"/>
              <a:stCxn id="4102" idx="5"/>
              <a:endCxn id="4103" idx="1"/>
            </p:cNvCxnSpPr>
            <p:nvPr/>
          </p:nvCxnSpPr>
          <p:spPr bwMode="auto">
            <a:xfrm>
              <a:off x="4477" y="2269"/>
              <a:ext cx="166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7" name="AutoShape 11">
              <a:extLst>
                <a:ext uri="{FF2B5EF4-FFF2-40B4-BE49-F238E27FC236}">
                  <a16:creationId xmlns:a16="http://schemas.microsoft.com/office/drawing/2014/main" id="{63302160-43C7-AD4B-89AF-50A7CEAA6CF7}"/>
                </a:ext>
              </a:extLst>
            </p:cNvPr>
            <p:cNvCxnSpPr>
              <a:cxnSpLocks noChangeShapeType="1"/>
              <a:stCxn id="4103" idx="5"/>
              <a:endCxn id="4104" idx="1"/>
            </p:cNvCxnSpPr>
            <p:nvPr/>
          </p:nvCxnSpPr>
          <p:spPr bwMode="auto">
            <a:xfrm>
              <a:off x="4813" y="2605"/>
              <a:ext cx="166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8" name="AutoShape 12">
              <a:extLst>
                <a:ext uri="{FF2B5EF4-FFF2-40B4-BE49-F238E27FC236}">
                  <a16:creationId xmlns:a16="http://schemas.microsoft.com/office/drawing/2014/main" id="{32128648-F803-6742-94A0-779F6F54CE75}"/>
                </a:ext>
              </a:extLst>
            </p:cNvPr>
            <p:cNvCxnSpPr>
              <a:cxnSpLocks noChangeShapeType="1"/>
              <a:stCxn id="4104" idx="5"/>
              <a:endCxn id="4105" idx="1"/>
            </p:cNvCxnSpPr>
            <p:nvPr/>
          </p:nvCxnSpPr>
          <p:spPr bwMode="auto">
            <a:xfrm>
              <a:off x="5149" y="2941"/>
              <a:ext cx="166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6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6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6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6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900" decel="1000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build="allAtOnce"/>
      <p:bldP spid="96260" grpId="0"/>
      <p:bldP spid="9626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71826D15-5425-A640-B83F-9079B86128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C"/>
              <a:t>MAS EFICIENCIA</a:t>
            </a:r>
            <a:endParaRPr lang="es-ES" altLang="es-EC"/>
          </a:p>
        </p:txBody>
      </p:sp>
      <p:sp>
        <p:nvSpPr>
          <p:cNvPr id="5122" name="Rectangle 3">
            <a:extLst>
              <a:ext uri="{FF2B5EF4-FFF2-40B4-BE49-F238E27FC236}">
                <a16:creationId xmlns:a16="http://schemas.microsoft.com/office/drawing/2014/main" id="{2521D931-7EAB-1140-A312-3672753CC5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844675"/>
            <a:ext cx="5715000" cy="47085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s-ES_tradnl" altLang="es-EC" sz="2400"/>
              <a:t>El arbol debe guardar otra estructura</a:t>
            </a:r>
          </a:p>
          <a:p>
            <a:pPr eaLnBrk="1" hangingPunct="1">
              <a:lnSpc>
                <a:spcPct val="120000"/>
              </a:lnSpc>
            </a:pPr>
            <a:r>
              <a:rPr lang="es-ES_tradnl" altLang="es-EC" sz="2400"/>
              <a:t>Algo mas equilibrado, </a:t>
            </a:r>
          </a:p>
          <a:p>
            <a:pPr lvl="1" eaLnBrk="1" hangingPunct="1">
              <a:lnSpc>
                <a:spcPct val="120000"/>
              </a:lnSpc>
            </a:pPr>
            <a:r>
              <a:rPr lang="es-ES_tradnl" altLang="es-EC" sz="2000"/>
              <a:t>Asegurar siempre una busqueda binaria</a:t>
            </a:r>
          </a:p>
          <a:p>
            <a:pPr lvl="1" eaLnBrk="1" hangingPunct="1">
              <a:lnSpc>
                <a:spcPct val="120000"/>
              </a:lnSpc>
            </a:pPr>
            <a:r>
              <a:rPr lang="es-ES_tradnl" altLang="es-EC" sz="2000"/>
              <a:t>Que a partir de un nodo N con clave K</a:t>
            </a:r>
          </a:p>
          <a:p>
            <a:pPr lvl="2" eaLnBrk="1" hangingPunct="1">
              <a:lnSpc>
                <a:spcPct val="120000"/>
              </a:lnSpc>
            </a:pPr>
            <a:r>
              <a:rPr lang="es-ES_tradnl" altLang="es-EC" sz="1800"/>
              <a:t>Aprox. la mitad tengan claves mayores que K</a:t>
            </a:r>
          </a:p>
          <a:p>
            <a:pPr lvl="2" eaLnBrk="1" hangingPunct="1">
              <a:lnSpc>
                <a:spcPct val="120000"/>
              </a:lnSpc>
            </a:pPr>
            <a:r>
              <a:rPr lang="es-ES_tradnl" altLang="es-EC" sz="1800"/>
              <a:t>Y aprox. la otra mitad tengan claves menores</a:t>
            </a:r>
          </a:p>
          <a:p>
            <a:pPr eaLnBrk="1" hangingPunct="1">
              <a:lnSpc>
                <a:spcPct val="120000"/>
              </a:lnSpc>
            </a:pPr>
            <a:r>
              <a:rPr lang="es-ES_tradnl" altLang="es-EC" sz="2400"/>
              <a:t>Si se asegura equilibrio, se asegura eficiencia</a:t>
            </a:r>
          </a:p>
        </p:txBody>
      </p:sp>
      <p:sp>
        <p:nvSpPr>
          <p:cNvPr id="107545" name="Freeform 25">
            <a:extLst>
              <a:ext uri="{FF2B5EF4-FFF2-40B4-BE49-F238E27FC236}">
                <a16:creationId xmlns:a16="http://schemas.microsoft.com/office/drawing/2014/main" id="{B76E3114-B245-4D4F-92B9-E0DA38FFA2BF}"/>
              </a:ext>
            </a:extLst>
          </p:cNvPr>
          <p:cNvSpPr>
            <a:spLocks/>
          </p:cNvSpPr>
          <p:nvPr/>
        </p:nvSpPr>
        <p:spPr bwMode="auto">
          <a:xfrm>
            <a:off x="6273800" y="4597400"/>
            <a:ext cx="1244600" cy="1054100"/>
          </a:xfrm>
          <a:custGeom>
            <a:avLst/>
            <a:gdLst>
              <a:gd name="T0" fmla="*/ 2147483646 w 784"/>
              <a:gd name="T1" fmla="*/ 2147483646 h 664"/>
              <a:gd name="T2" fmla="*/ 2147483646 w 784"/>
              <a:gd name="T3" fmla="*/ 2147483646 h 664"/>
              <a:gd name="T4" fmla="*/ 2147483646 w 784"/>
              <a:gd name="T5" fmla="*/ 2147483646 h 664"/>
              <a:gd name="T6" fmla="*/ 2147483646 w 784"/>
              <a:gd name="T7" fmla="*/ 2147483646 h 664"/>
              <a:gd name="T8" fmla="*/ 2147483646 w 784"/>
              <a:gd name="T9" fmla="*/ 2147483646 h 664"/>
              <a:gd name="T10" fmla="*/ 2147483646 w 784"/>
              <a:gd name="T11" fmla="*/ 2147483646 h 664"/>
              <a:gd name="T12" fmla="*/ 2147483646 w 784"/>
              <a:gd name="T13" fmla="*/ 2147483646 h 664"/>
              <a:gd name="T14" fmla="*/ 2147483646 w 784"/>
              <a:gd name="T15" fmla="*/ 2147483646 h 664"/>
              <a:gd name="T16" fmla="*/ 2147483646 w 784"/>
              <a:gd name="T17" fmla="*/ 2147483646 h 66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784" h="664">
                <a:moveTo>
                  <a:pt x="32" y="224"/>
                </a:moveTo>
                <a:cubicBezTo>
                  <a:pt x="40" y="160"/>
                  <a:pt x="80" y="112"/>
                  <a:pt x="128" y="80"/>
                </a:cubicBezTo>
                <a:cubicBezTo>
                  <a:pt x="176" y="48"/>
                  <a:pt x="248" y="40"/>
                  <a:pt x="320" y="32"/>
                </a:cubicBezTo>
                <a:cubicBezTo>
                  <a:pt x="392" y="24"/>
                  <a:pt x="488" y="0"/>
                  <a:pt x="560" y="32"/>
                </a:cubicBezTo>
                <a:cubicBezTo>
                  <a:pt x="632" y="64"/>
                  <a:pt x="720" y="144"/>
                  <a:pt x="752" y="224"/>
                </a:cubicBezTo>
                <a:cubicBezTo>
                  <a:pt x="784" y="304"/>
                  <a:pt x="784" y="440"/>
                  <a:pt x="752" y="512"/>
                </a:cubicBezTo>
                <a:cubicBezTo>
                  <a:pt x="720" y="584"/>
                  <a:pt x="672" y="664"/>
                  <a:pt x="560" y="656"/>
                </a:cubicBezTo>
                <a:cubicBezTo>
                  <a:pt x="448" y="648"/>
                  <a:pt x="160" y="536"/>
                  <a:pt x="80" y="464"/>
                </a:cubicBezTo>
                <a:cubicBezTo>
                  <a:pt x="0" y="392"/>
                  <a:pt x="24" y="288"/>
                  <a:pt x="32" y="224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7546" name="Freeform 26">
            <a:extLst>
              <a:ext uri="{FF2B5EF4-FFF2-40B4-BE49-F238E27FC236}">
                <a16:creationId xmlns:a16="http://schemas.microsoft.com/office/drawing/2014/main" id="{65B04389-B0F3-D443-9DC6-0FDBCA74195A}"/>
              </a:ext>
            </a:extLst>
          </p:cNvPr>
          <p:cNvSpPr>
            <a:spLocks/>
          </p:cNvSpPr>
          <p:nvPr/>
        </p:nvSpPr>
        <p:spPr bwMode="auto">
          <a:xfrm>
            <a:off x="7632700" y="4610100"/>
            <a:ext cx="1181100" cy="1422400"/>
          </a:xfrm>
          <a:custGeom>
            <a:avLst/>
            <a:gdLst>
              <a:gd name="T0" fmla="*/ 2147483646 w 744"/>
              <a:gd name="T1" fmla="*/ 2147483646 h 896"/>
              <a:gd name="T2" fmla="*/ 2147483646 w 744"/>
              <a:gd name="T3" fmla="*/ 2147483646 h 896"/>
              <a:gd name="T4" fmla="*/ 2147483646 w 744"/>
              <a:gd name="T5" fmla="*/ 2147483646 h 896"/>
              <a:gd name="T6" fmla="*/ 2147483646 w 744"/>
              <a:gd name="T7" fmla="*/ 2147483646 h 896"/>
              <a:gd name="T8" fmla="*/ 2147483646 w 744"/>
              <a:gd name="T9" fmla="*/ 2147483646 h 896"/>
              <a:gd name="T10" fmla="*/ 2147483646 w 744"/>
              <a:gd name="T11" fmla="*/ 2147483646 h 896"/>
              <a:gd name="T12" fmla="*/ 2147483646 w 744"/>
              <a:gd name="T13" fmla="*/ 2147483646 h 896"/>
              <a:gd name="T14" fmla="*/ 2147483646 w 744"/>
              <a:gd name="T15" fmla="*/ 2147483646 h 896"/>
              <a:gd name="T16" fmla="*/ 2147483646 w 744"/>
              <a:gd name="T17" fmla="*/ 2147483646 h 896"/>
              <a:gd name="T18" fmla="*/ 2147483646 w 744"/>
              <a:gd name="T19" fmla="*/ 2147483646 h 896"/>
              <a:gd name="T20" fmla="*/ 2147483646 w 744"/>
              <a:gd name="T21" fmla="*/ 2147483646 h 89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44" h="896">
                <a:moveTo>
                  <a:pt x="88" y="72"/>
                </a:moveTo>
                <a:cubicBezTo>
                  <a:pt x="128" y="0"/>
                  <a:pt x="208" y="0"/>
                  <a:pt x="280" y="24"/>
                </a:cubicBezTo>
                <a:cubicBezTo>
                  <a:pt x="352" y="48"/>
                  <a:pt x="448" y="136"/>
                  <a:pt x="520" y="216"/>
                </a:cubicBezTo>
                <a:cubicBezTo>
                  <a:pt x="592" y="296"/>
                  <a:pt x="680" y="408"/>
                  <a:pt x="712" y="504"/>
                </a:cubicBezTo>
                <a:cubicBezTo>
                  <a:pt x="744" y="600"/>
                  <a:pt x="736" y="728"/>
                  <a:pt x="712" y="792"/>
                </a:cubicBezTo>
                <a:cubicBezTo>
                  <a:pt x="688" y="856"/>
                  <a:pt x="624" y="880"/>
                  <a:pt x="568" y="888"/>
                </a:cubicBezTo>
                <a:cubicBezTo>
                  <a:pt x="512" y="896"/>
                  <a:pt x="416" y="872"/>
                  <a:pt x="376" y="840"/>
                </a:cubicBezTo>
                <a:cubicBezTo>
                  <a:pt x="336" y="808"/>
                  <a:pt x="336" y="752"/>
                  <a:pt x="328" y="696"/>
                </a:cubicBezTo>
                <a:cubicBezTo>
                  <a:pt x="320" y="640"/>
                  <a:pt x="376" y="544"/>
                  <a:pt x="328" y="504"/>
                </a:cubicBezTo>
                <a:cubicBezTo>
                  <a:pt x="280" y="464"/>
                  <a:pt x="80" y="528"/>
                  <a:pt x="40" y="456"/>
                </a:cubicBezTo>
                <a:cubicBezTo>
                  <a:pt x="0" y="384"/>
                  <a:pt x="48" y="144"/>
                  <a:pt x="88" y="72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07540" name="Group 20">
            <a:extLst>
              <a:ext uri="{FF2B5EF4-FFF2-40B4-BE49-F238E27FC236}">
                <a16:creationId xmlns:a16="http://schemas.microsoft.com/office/drawing/2014/main" id="{2B91178D-E6AF-A94D-BB6C-329EC9F27100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4114800"/>
            <a:ext cx="1981200" cy="1752600"/>
            <a:chOff x="4224" y="2448"/>
            <a:chExt cx="1248" cy="1104"/>
          </a:xfrm>
        </p:grpSpPr>
        <p:sp>
          <p:nvSpPr>
            <p:cNvPr id="5136" name="Oval 5">
              <a:extLst>
                <a:ext uri="{FF2B5EF4-FFF2-40B4-BE49-F238E27FC236}">
                  <a16:creationId xmlns:a16="http://schemas.microsoft.com/office/drawing/2014/main" id="{542FB7F9-5363-3846-B804-0CB657627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928"/>
              <a:ext cx="240" cy="24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5137" name="Oval 6">
              <a:extLst>
                <a:ext uri="{FF2B5EF4-FFF2-40B4-BE49-F238E27FC236}">
                  <a16:creationId xmlns:a16="http://schemas.microsoft.com/office/drawing/2014/main" id="{367AF5BB-E127-9A4C-8BA6-24B81861E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3312"/>
              <a:ext cx="240" cy="24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35</a:t>
              </a:r>
            </a:p>
          </p:txBody>
        </p:sp>
        <p:sp>
          <p:nvSpPr>
            <p:cNvPr id="5138" name="Oval 7">
              <a:extLst>
                <a:ext uri="{FF2B5EF4-FFF2-40B4-BE49-F238E27FC236}">
                  <a16:creationId xmlns:a16="http://schemas.microsoft.com/office/drawing/2014/main" id="{A06E66E4-8063-3F42-B83F-1804F9D92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448"/>
              <a:ext cx="240" cy="24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18</a:t>
              </a:r>
            </a:p>
          </p:txBody>
        </p:sp>
        <p:sp>
          <p:nvSpPr>
            <p:cNvPr id="5139" name="Oval 8">
              <a:extLst>
                <a:ext uri="{FF2B5EF4-FFF2-40B4-BE49-F238E27FC236}">
                  <a16:creationId xmlns:a16="http://schemas.microsoft.com/office/drawing/2014/main" id="{6198C769-C8C6-5346-A70E-E714C354B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928"/>
              <a:ext cx="240" cy="24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27</a:t>
              </a:r>
            </a:p>
          </p:txBody>
        </p:sp>
        <p:cxnSp>
          <p:nvCxnSpPr>
            <p:cNvPr id="5140" name="AutoShape 9">
              <a:extLst>
                <a:ext uri="{FF2B5EF4-FFF2-40B4-BE49-F238E27FC236}">
                  <a16:creationId xmlns:a16="http://schemas.microsoft.com/office/drawing/2014/main" id="{B1942A7A-795F-9B45-964C-A612F51CA9DD}"/>
                </a:ext>
              </a:extLst>
            </p:cNvPr>
            <p:cNvCxnSpPr>
              <a:cxnSpLocks noChangeShapeType="1"/>
              <a:stCxn id="5139" idx="5"/>
              <a:endCxn id="5137" idx="1"/>
            </p:cNvCxnSpPr>
            <p:nvPr/>
          </p:nvCxnSpPr>
          <p:spPr bwMode="auto">
            <a:xfrm>
              <a:off x="5149" y="3133"/>
              <a:ext cx="118" cy="21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41" name="AutoShape 10">
              <a:extLst>
                <a:ext uri="{FF2B5EF4-FFF2-40B4-BE49-F238E27FC236}">
                  <a16:creationId xmlns:a16="http://schemas.microsoft.com/office/drawing/2014/main" id="{E47DA35C-2694-B54E-A6EE-CC3049049826}"/>
                </a:ext>
              </a:extLst>
            </p:cNvPr>
            <p:cNvCxnSpPr>
              <a:cxnSpLocks noChangeShapeType="1"/>
              <a:stCxn id="5136" idx="7"/>
              <a:endCxn id="5138" idx="3"/>
            </p:cNvCxnSpPr>
            <p:nvPr/>
          </p:nvCxnSpPr>
          <p:spPr bwMode="auto">
            <a:xfrm flipV="1">
              <a:off x="4429" y="2653"/>
              <a:ext cx="262" cy="31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42" name="AutoShape 11">
              <a:extLst>
                <a:ext uri="{FF2B5EF4-FFF2-40B4-BE49-F238E27FC236}">
                  <a16:creationId xmlns:a16="http://schemas.microsoft.com/office/drawing/2014/main" id="{1F31988E-34AF-FC48-9F68-FF715978B334}"/>
                </a:ext>
              </a:extLst>
            </p:cNvPr>
            <p:cNvCxnSpPr>
              <a:cxnSpLocks noChangeShapeType="1"/>
              <a:stCxn id="5138" idx="5"/>
              <a:endCxn id="5139" idx="0"/>
            </p:cNvCxnSpPr>
            <p:nvPr/>
          </p:nvCxnSpPr>
          <p:spPr bwMode="auto">
            <a:xfrm>
              <a:off x="4861" y="2653"/>
              <a:ext cx="203" cy="2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7532" name="Group 12">
            <a:extLst>
              <a:ext uri="{FF2B5EF4-FFF2-40B4-BE49-F238E27FC236}">
                <a16:creationId xmlns:a16="http://schemas.microsoft.com/office/drawing/2014/main" id="{ED8F4BBC-CA11-9449-A3F7-323B3E7E8AF4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838200"/>
            <a:ext cx="1981200" cy="1981200"/>
            <a:chOff x="4272" y="2064"/>
            <a:chExt cx="1248" cy="1248"/>
          </a:xfrm>
        </p:grpSpPr>
        <p:sp>
          <p:nvSpPr>
            <p:cNvPr id="5129" name="Oval 13">
              <a:extLst>
                <a:ext uri="{FF2B5EF4-FFF2-40B4-BE49-F238E27FC236}">
                  <a16:creationId xmlns:a16="http://schemas.microsoft.com/office/drawing/2014/main" id="{6EE4174A-76AD-8F4C-B284-5604177B9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064"/>
              <a:ext cx="240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5130" name="Oval 14">
              <a:extLst>
                <a:ext uri="{FF2B5EF4-FFF2-40B4-BE49-F238E27FC236}">
                  <a16:creationId xmlns:a16="http://schemas.microsoft.com/office/drawing/2014/main" id="{FEFCC622-3C3F-0C4F-85AC-297CF8F3F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400"/>
              <a:ext cx="240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18</a:t>
              </a:r>
            </a:p>
          </p:txBody>
        </p:sp>
        <p:sp>
          <p:nvSpPr>
            <p:cNvPr id="5131" name="Oval 15">
              <a:extLst>
                <a:ext uri="{FF2B5EF4-FFF2-40B4-BE49-F238E27FC236}">
                  <a16:creationId xmlns:a16="http://schemas.microsoft.com/office/drawing/2014/main" id="{08A64240-ACFF-9B47-A2C1-395B3BE6A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736"/>
              <a:ext cx="240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27</a:t>
              </a:r>
            </a:p>
          </p:txBody>
        </p:sp>
        <p:sp>
          <p:nvSpPr>
            <p:cNvPr id="5132" name="Oval 16">
              <a:extLst>
                <a:ext uri="{FF2B5EF4-FFF2-40B4-BE49-F238E27FC236}">
                  <a16:creationId xmlns:a16="http://schemas.microsoft.com/office/drawing/2014/main" id="{3EFDD35D-E8DD-8948-87CF-7B114A4A7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" y="3072"/>
              <a:ext cx="240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35</a:t>
              </a:r>
            </a:p>
          </p:txBody>
        </p:sp>
        <p:cxnSp>
          <p:nvCxnSpPr>
            <p:cNvPr id="5133" name="AutoShape 17">
              <a:extLst>
                <a:ext uri="{FF2B5EF4-FFF2-40B4-BE49-F238E27FC236}">
                  <a16:creationId xmlns:a16="http://schemas.microsoft.com/office/drawing/2014/main" id="{3FFA6101-44C7-F347-A711-CD7A5E1837F2}"/>
                </a:ext>
              </a:extLst>
            </p:cNvPr>
            <p:cNvCxnSpPr>
              <a:cxnSpLocks noChangeShapeType="1"/>
              <a:stCxn id="5129" idx="5"/>
              <a:endCxn id="5130" idx="1"/>
            </p:cNvCxnSpPr>
            <p:nvPr/>
          </p:nvCxnSpPr>
          <p:spPr bwMode="auto">
            <a:xfrm>
              <a:off x="4477" y="2269"/>
              <a:ext cx="166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34" name="AutoShape 18">
              <a:extLst>
                <a:ext uri="{FF2B5EF4-FFF2-40B4-BE49-F238E27FC236}">
                  <a16:creationId xmlns:a16="http://schemas.microsoft.com/office/drawing/2014/main" id="{9436B01A-077A-2349-B9E0-400E9F2039B2}"/>
                </a:ext>
              </a:extLst>
            </p:cNvPr>
            <p:cNvCxnSpPr>
              <a:cxnSpLocks noChangeShapeType="1"/>
              <a:stCxn id="5130" idx="5"/>
              <a:endCxn id="5131" idx="1"/>
            </p:cNvCxnSpPr>
            <p:nvPr/>
          </p:nvCxnSpPr>
          <p:spPr bwMode="auto">
            <a:xfrm>
              <a:off x="4813" y="2605"/>
              <a:ext cx="166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35" name="AutoShape 19">
              <a:extLst>
                <a:ext uri="{FF2B5EF4-FFF2-40B4-BE49-F238E27FC236}">
                  <a16:creationId xmlns:a16="http://schemas.microsoft.com/office/drawing/2014/main" id="{1A93D028-C6D2-0C42-98D9-9BAC9FAA5D2D}"/>
                </a:ext>
              </a:extLst>
            </p:cNvPr>
            <p:cNvCxnSpPr>
              <a:cxnSpLocks noChangeShapeType="1"/>
              <a:stCxn id="5131" idx="5"/>
              <a:endCxn id="5132" idx="1"/>
            </p:cNvCxnSpPr>
            <p:nvPr/>
          </p:nvCxnSpPr>
          <p:spPr bwMode="auto">
            <a:xfrm>
              <a:off x="5149" y="2941"/>
              <a:ext cx="166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7541" name="Text Box 21">
            <a:extLst>
              <a:ext uri="{FF2B5EF4-FFF2-40B4-BE49-F238E27FC236}">
                <a16:creationId xmlns:a16="http://schemas.microsoft.com/office/drawing/2014/main" id="{B9EFED23-B347-3A4C-8567-5EC699E4B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971800"/>
            <a:ext cx="22098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600" b="1">
                <a:solidFill>
                  <a:schemeClr val="tx1"/>
                </a:solidFill>
                <a:latin typeface="Tahoma" panose="020B0604030504040204" pitchFamily="34" charset="0"/>
              </a:rPr>
              <a:t>ABB Ineficiente, Busqueda lineal</a:t>
            </a:r>
          </a:p>
        </p:txBody>
      </p:sp>
      <p:sp>
        <p:nvSpPr>
          <p:cNvPr id="107542" name="Text Box 22">
            <a:extLst>
              <a:ext uri="{FF2B5EF4-FFF2-40B4-BE49-F238E27FC236}">
                <a16:creationId xmlns:a16="http://schemas.microsoft.com/office/drawing/2014/main" id="{E43637FD-3926-4242-993B-F0B1E48B0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6019800"/>
            <a:ext cx="26670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400" b="1">
                <a:solidFill>
                  <a:schemeClr val="tx1"/>
                </a:solidFill>
                <a:latin typeface="Tahoma" panose="020B0604030504040204" pitchFamily="34" charset="0"/>
              </a:rPr>
              <a:t>ABB Eficiente, la busqueda siempre es binaria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07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7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1" dur="500"/>
                                        <p:tgtEl>
                                          <p:spTgt spid="107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41" grpId="0"/>
      <p:bldP spid="1075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>
            <a:extLst>
              <a:ext uri="{FF2B5EF4-FFF2-40B4-BE49-F238E27FC236}">
                <a16:creationId xmlns:a16="http://schemas.microsoft.com/office/drawing/2014/main" id="{5B974AFB-9600-D540-A84D-6BD858DA68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C" dirty="0"/>
              <a:t>ARBOLES EQUILIBRADOS (AVL)</a:t>
            </a:r>
            <a:endParaRPr lang="es-ES" altLang="es-EC" dirty="0"/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CD216DEF-FA0F-6448-9AA6-6D98AD3F41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9311" y="1990551"/>
            <a:ext cx="6427787" cy="1792287"/>
          </a:xfrm>
        </p:spPr>
        <p:txBody>
          <a:bodyPr/>
          <a:lstStyle/>
          <a:p>
            <a:pPr eaLnBrk="1" hangingPunct="1"/>
            <a:r>
              <a:rPr lang="es-ES_tradnl" altLang="es-EC" sz="2800" dirty="0"/>
              <a:t>Es un </a:t>
            </a:r>
            <a:r>
              <a:rPr lang="es-ES_tradnl" altLang="es-EC" sz="2800" dirty="0" err="1"/>
              <a:t>Arbol</a:t>
            </a:r>
            <a:r>
              <a:rPr lang="es-ES_tradnl" altLang="es-EC" sz="2800" dirty="0"/>
              <a:t> Binario especial, en donde</a:t>
            </a:r>
          </a:p>
          <a:p>
            <a:pPr lvl="1" eaLnBrk="1" hangingPunct="1"/>
            <a:r>
              <a:rPr lang="es-ES_tradnl" altLang="es-EC" sz="2400" dirty="0"/>
              <a:t>Para c/Nodo </a:t>
            </a:r>
            <a:r>
              <a:rPr lang="es-ES_tradnl" altLang="es-EC" sz="2400" b="1" dirty="0"/>
              <a:t>p</a:t>
            </a:r>
            <a:r>
              <a:rPr lang="es-ES_tradnl" altLang="es-EC" sz="2400" dirty="0"/>
              <a:t> del </a:t>
            </a:r>
            <a:r>
              <a:rPr lang="es-ES_tradnl" altLang="es-EC" sz="2400" dirty="0" err="1"/>
              <a:t>arbol</a:t>
            </a:r>
            <a:endParaRPr lang="es-ES_tradnl" altLang="es-EC" sz="2400" dirty="0"/>
          </a:p>
          <a:p>
            <a:pPr lvl="2" eaLnBrk="1" hangingPunct="1"/>
            <a:r>
              <a:rPr lang="es-ES_tradnl" altLang="es-EC" sz="2000" dirty="0"/>
              <a:t>La Altura(p-&gt;</a:t>
            </a:r>
            <a:r>
              <a:rPr lang="es-ES_tradnl" altLang="es-EC" sz="2000" dirty="0" err="1"/>
              <a:t>izq</a:t>
            </a:r>
            <a:r>
              <a:rPr lang="es-ES_tradnl" altLang="es-EC" sz="2000" dirty="0"/>
              <a:t>) y Altura(p-&gt;</a:t>
            </a:r>
            <a:r>
              <a:rPr lang="es-ES_tradnl" altLang="es-EC" sz="2000" dirty="0" err="1"/>
              <a:t>der</a:t>
            </a:r>
            <a:r>
              <a:rPr lang="es-ES_tradnl" altLang="es-EC" sz="2000" dirty="0"/>
              <a:t>)</a:t>
            </a:r>
          </a:p>
          <a:p>
            <a:pPr lvl="2" eaLnBrk="1" hangingPunct="1"/>
            <a:r>
              <a:rPr lang="es-ES_tradnl" altLang="es-EC" sz="2000" dirty="0"/>
              <a:t>Nunca difieren entre si en mas de una unidad</a:t>
            </a:r>
          </a:p>
        </p:txBody>
      </p:sp>
      <p:sp>
        <p:nvSpPr>
          <p:cNvPr id="97330" name="Freeform 50">
            <a:extLst>
              <a:ext uri="{FF2B5EF4-FFF2-40B4-BE49-F238E27FC236}">
                <a16:creationId xmlns:a16="http://schemas.microsoft.com/office/drawing/2014/main" id="{0C1ECD46-667F-2D45-BC4B-A5C5D3013092}"/>
              </a:ext>
            </a:extLst>
          </p:cNvPr>
          <p:cNvSpPr>
            <a:spLocks/>
          </p:cNvSpPr>
          <p:nvPr/>
        </p:nvSpPr>
        <p:spPr bwMode="auto">
          <a:xfrm>
            <a:off x="1060648" y="4557538"/>
            <a:ext cx="1981200" cy="1752600"/>
          </a:xfrm>
          <a:custGeom>
            <a:avLst/>
            <a:gdLst>
              <a:gd name="T0" fmla="*/ 2147483646 w 1488"/>
              <a:gd name="T1" fmla="*/ 2147483646 h 1304"/>
              <a:gd name="T2" fmla="*/ 2147483646 w 1488"/>
              <a:gd name="T3" fmla="*/ 2147483646 h 1304"/>
              <a:gd name="T4" fmla="*/ 2147483646 w 1488"/>
              <a:gd name="T5" fmla="*/ 2147483646 h 1304"/>
              <a:gd name="T6" fmla="*/ 2147483646 w 1488"/>
              <a:gd name="T7" fmla="*/ 2147483646 h 1304"/>
              <a:gd name="T8" fmla="*/ 2147483646 w 1488"/>
              <a:gd name="T9" fmla="*/ 2147483646 h 1304"/>
              <a:gd name="T10" fmla="*/ 2147483646 w 1488"/>
              <a:gd name="T11" fmla="*/ 2147483646 h 1304"/>
              <a:gd name="T12" fmla="*/ 2147483646 w 1488"/>
              <a:gd name="T13" fmla="*/ 2147483646 h 1304"/>
              <a:gd name="T14" fmla="*/ 2147483646 w 1488"/>
              <a:gd name="T15" fmla="*/ 2147483646 h 1304"/>
              <a:gd name="T16" fmla="*/ 2147483646 w 1488"/>
              <a:gd name="T17" fmla="*/ 2147483646 h 1304"/>
              <a:gd name="T18" fmla="*/ 2147483646 w 1488"/>
              <a:gd name="T19" fmla="*/ 2147483646 h 1304"/>
              <a:gd name="T20" fmla="*/ 2147483646 w 1488"/>
              <a:gd name="T21" fmla="*/ 2147483646 h 1304"/>
              <a:gd name="T22" fmla="*/ 2147483646 w 1488"/>
              <a:gd name="T23" fmla="*/ 2147483646 h 1304"/>
              <a:gd name="T24" fmla="*/ 2147483646 w 1488"/>
              <a:gd name="T25" fmla="*/ 2147483646 h 130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488" h="1304">
                <a:moveTo>
                  <a:pt x="248" y="520"/>
                </a:moveTo>
                <a:cubicBezTo>
                  <a:pt x="296" y="456"/>
                  <a:pt x="264" y="512"/>
                  <a:pt x="296" y="472"/>
                </a:cubicBezTo>
                <a:cubicBezTo>
                  <a:pt x="328" y="432"/>
                  <a:pt x="376" y="352"/>
                  <a:pt x="440" y="280"/>
                </a:cubicBezTo>
                <a:cubicBezTo>
                  <a:pt x="504" y="208"/>
                  <a:pt x="600" y="80"/>
                  <a:pt x="680" y="40"/>
                </a:cubicBezTo>
                <a:cubicBezTo>
                  <a:pt x="760" y="0"/>
                  <a:pt x="832" y="8"/>
                  <a:pt x="920" y="40"/>
                </a:cubicBezTo>
                <a:cubicBezTo>
                  <a:pt x="1008" y="72"/>
                  <a:pt x="1120" y="168"/>
                  <a:pt x="1208" y="232"/>
                </a:cubicBezTo>
                <a:cubicBezTo>
                  <a:pt x="1296" y="296"/>
                  <a:pt x="1408" y="344"/>
                  <a:pt x="1448" y="424"/>
                </a:cubicBezTo>
                <a:cubicBezTo>
                  <a:pt x="1488" y="504"/>
                  <a:pt x="1472" y="600"/>
                  <a:pt x="1448" y="712"/>
                </a:cubicBezTo>
                <a:cubicBezTo>
                  <a:pt x="1424" y="824"/>
                  <a:pt x="1416" y="1008"/>
                  <a:pt x="1304" y="1096"/>
                </a:cubicBezTo>
                <a:cubicBezTo>
                  <a:pt x="1192" y="1184"/>
                  <a:pt x="960" y="1216"/>
                  <a:pt x="776" y="1240"/>
                </a:cubicBezTo>
                <a:cubicBezTo>
                  <a:pt x="592" y="1264"/>
                  <a:pt x="328" y="1304"/>
                  <a:pt x="200" y="1240"/>
                </a:cubicBezTo>
                <a:cubicBezTo>
                  <a:pt x="72" y="1176"/>
                  <a:pt x="0" y="976"/>
                  <a:pt x="8" y="856"/>
                </a:cubicBezTo>
                <a:cubicBezTo>
                  <a:pt x="16" y="736"/>
                  <a:pt x="200" y="584"/>
                  <a:pt x="248" y="520"/>
                </a:cubicBezTo>
                <a:close/>
              </a:path>
            </a:pathLst>
          </a:custGeom>
          <a:solidFill>
            <a:srgbClr val="75FFDB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7324" name="Freeform 44">
            <a:extLst>
              <a:ext uri="{FF2B5EF4-FFF2-40B4-BE49-F238E27FC236}">
                <a16:creationId xmlns:a16="http://schemas.microsoft.com/office/drawing/2014/main" id="{502E49C9-7307-F54D-8206-D317D4786228}"/>
              </a:ext>
            </a:extLst>
          </p:cNvPr>
          <p:cNvSpPr>
            <a:spLocks/>
          </p:cNvSpPr>
          <p:nvPr/>
        </p:nvSpPr>
        <p:spPr bwMode="auto">
          <a:xfrm>
            <a:off x="1149548" y="5256038"/>
            <a:ext cx="723900" cy="787400"/>
          </a:xfrm>
          <a:custGeom>
            <a:avLst/>
            <a:gdLst>
              <a:gd name="T0" fmla="*/ 2147483646 w 456"/>
              <a:gd name="T1" fmla="*/ 2147483646 h 496"/>
              <a:gd name="T2" fmla="*/ 2147483646 w 456"/>
              <a:gd name="T3" fmla="*/ 2147483646 h 496"/>
              <a:gd name="T4" fmla="*/ 2147483646 w 456"/>
              <a:gd name="T5" fmla="*/ 2147483646 h 496"/>
              <a:gd name="T6" fmla="*/ 2147483646 w 456"/>
              <a:gd name="T7" fmla="*/ 2147483646 h 496"/>
              <a:gd name="T8" fmla="*/ 2147483646 w 456"/>
              <a:gd name="T9" fmla="*/ 2147483646 h 496"/>
              <a:gd name="T10" fmla="*/ 2147483646 w 456"/>
              <a:gd name="T11" fmla="*/ 2147483646 h 496"/>
              <a:gd name="T12" fmla="*/ 2147483646 w 456"/>
              <a:gd name="T13" fmla="*/ 2147483646 h 4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6" h="496">
                <a:moveTo>
                  <a:pt x="88" y="88"/>
                </a:moveTo>
                <a:cubicBezTo>
                  <a:pt x="120" y="24"/>
                  <a:pt x="176" y="48"/>
                  <a:pt x="232" y="40"/>
                </a:cubicBezTo>
                <a:cubicBezTo>
                  <a:pt x="288" y="32"/>
                  <a:pt x="392" y="0"/>
                  <a:pt x="424" y="40"/>
                </a:cubicBezTo>
                <a:cubicBezTo>
                  <a:pt x="456" y="80"/>
                  <a:pt x="440" y="208"/>
                  <a:pt x="424" y="280"/>
                </a:cubicBezTo>
                <a:cubicBezTo>
                  <a:pt x="408" y="352"/>
                  <a:pt x="392" y="448"/>
                  <a:pt x="328" y="472"/>
                </a:cubicBezTo>
                <a:cubicBezTo>
                  <a:pt x="264" y="496"/>
                  <a:pt x="80" y="488"/>
                  <a:pt x="40" y="424"/>
                </a:cubicBezTo>
                <a:cubicBezTo>
                  <a:pt x="0" y="360"/>
                  <a:pt x="56" y="152"/>
                  <a:pt x="88" y="88"/>
                </a:cubicBezTo>
                <a:close/>
              </a:path>
            </a:pathLst>
          </a:custGeom>
          <a:solidFill>
            <a:srgbClr val="E5FFE5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7327" name="Freeform 47">
            <a:extLst>
              <a:ext uri="{FF2B5EF4-FFF2-40B4-BE49-F238E27FC236}">
                <a16:creationId xmlns:a16="http://schemas.microsoft.com/office/drawing/2014/main" id="{ABCDBFB0-DCFE-F741-A0CA-C8AFF444BEBC}"/>
              </a:ext>
            </a:extLst>
          </p:cNvPr>
          <p:cNvSpPr>
            <a:spLocks/>
          </p:cNvSpPr>
          <p:nvPr/>
        </p:nvSpPr>
        <p:spPr bwMode="auto">
          <a:xfrm>
            <a:off x="2152848" y="5243338"/>
            <a:ext cx="787400" cy="838200"/>
          </a:xfrm>
          <a:custGeom>
            <a:avLst/>
            <a:gdLst>
              <a:gd name="T0" fmla="*/ 2147483646 w 496"/>
              <a:gd name="T1" fmla="*/ 2147483646 h 528"/>
              <a:gd name="T2" fmla="*/ 2147483646 w 496"/>
              <a:gd name="T3" fmla="*/ 0 h 528"/>
              <a:gd name="T4" fmla="*/ 2147483646 w 496"/>
              <a:gd name="T5" fmla="*/ 2147483646 h 528"/>
              <a:gd name="T6" fmla="*/ 2147483646 w 496"/>
              <a:gd name="T7" fmla="*/ 2147483646 h 528"/>
              <a:gd name="T8" fmla="*/ 2147483646 w 496"/>
              <a:gd name="T9" fmla="*/ 2147483646 h 528"/>
              <a:gd name="T10" fmla="*/ 2147483646 w 496"/>
              <a:gd name="T11" fmla="*/ 2147483646 h 528"/>
              <a:gd name="T12" fmla="*/ 2147483646 w 496"/>
              <a:gd name="T13" fmla="*/ 2147483646 h 5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6" h="528">
                <a:moveTo>
                  <a:pt x="32" y="144"/>
                </a:moveTo>
                <a:cubicBezTo>
                  <a:pt x="56" y="72"/>
                  <a:pt x="104" y="0"/>
                  <a:pt x="176" y="0"/>
                </a:cubicBezTo>
                <a:cubicBezTo>
                  <a:pt x="248" y="0"/>
                  <a:pt x="432" y="72"/>
                  <a:pt x="464" y="144"/>
                </a:cubicBezTo>
                <a:cubicBezTo>
                  <a:pt x="496" y="216"/>
                  <a:pt x="408" y="368"/>
                  <a:pt x="368" y="432"/>
                </a:cubicBezTo>
                <a:cubicBezTo>
                  <a:pt x="328" y="496"/>
                  <a:pt x="280" y="528"/>
                  <a:pt x="224" y="528"/>
                </a:cubicBezTo>
                <a:cubicBezTo>
                  <a:pt x="168" y="528"/>
                  <a:pt x="64" y="488"/>
                  <a:pt x="32" y="432"/>
                </a:cubicBezTo>
                <a:cubicBezTo>
                  <a:pt x="0" y="376"/>
                  <a:pt x="8" y="216"/>
                  <a:pt x="32" y="144"/>
                </a:cubicBezTo>
                <a:close/>
              </a:path>
            </a:pathLst>
          </a:custGeom>
          <a:solidFill>
            <a:srgbClr val="E5FFE5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7332" name="Freeform 52">
            <a:extLst>
              <a:ext uri="{FF2B5EF4-FFF2-40B4-BE49-F238E27FC236}">
                <a16:creationId xmlns:a16="http://schemas.microsoft.com/office/drawing/2014/main" id="{EBCA2302-69B7-E347-90BA-7525D036CD52}"/>
              </a:ext>
            </a:extLst>
          </p:cNvPr>
          <p:cNvSpPr>
            <a:spLocks/>
          </p:cNvSpPr>
          <p:nvPr/>
        </p:nvSpPr>
        <p:spPr bwMode="auto">
          <a:xfrm>
            <a:off x="616148" y="4595638"/>
            <a:ext cx="838200" cy="685800"/>
          </a:xfrm>
          <a:custGeom>
            <a:avLst/>
            <a:gdLst>
              <a:gd name="T0" fmla="*/ 2147483646 w 528"/>
              <a:gd name="T1" fmla="*/ 2147483646 h 432"/>
              <a:gd name="T2" fmla="*/ 2147483646 w 528"/>
              <a:gd name="T3" fmla="*/ 2147483646 h 432"/>
              <a:gd name="T4" fmla="*/ 2147483646 w 528"/>
              <a:gd name="T5" fmla="*/ 2147483646 h 432"/>
              <a:gd name="T6" fmla="*/ 2147483646 w 528"/>
              <a:gd name="T7" fmla="*/ 2147483646 h 432"/>
              <a:gd name="T8" fmla="*/ 2147483646 w 528"/>
              <a:gd name="T9" fmla="*/ 2147483646 h 432"/>
              <a:gd name="T10" fmla="*/ 2147483646 w 528"/>
              <a:gd name="T11" fmla="*/ 2147483646 h 4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28" h="432">
                <a:moveTo>
                  <a:pt x="88" y="72"/>
                </a:moveTo>
                <a:cubicBezTo>
                  <a:pt x="144" y="16"/>
                  <a:pt x="304" y="0"/>
                  <a:pt x="376" y="24"/>
                </a:cubicBezTo>
                <a:cubicBezTo>
                  <a:pt x="448" y="48"/>
                  <a:pt x="528" y="152"/>
                  <a:pt x="520" y="216"/>
                </a:cubicBezTo>
                <a:cubicBezTo>
                  <a:pt x="512" y="280"/>
                  <a:pt x="408" y="384"/>
                  <a:pt x="328" y="408"/>
                </a:cubicBezTo>
                <a:cubicBezTo>
                  <a:pt x="248" y="432"/>
                  <a:pt x="80" y="416"/>
                  <a:pt x="40" y="360"/>
                </a:cubicBezTo>
                <a:cubicBezTo>
                  <a:pt x="0" y="304"/>
                  <a:pt x="32" y="128"/>
                  <a:pt x="88" y="72"/>
                </a:cubicBezTo>
                <a:close/>
              </a:path>
            </a:pathLst>
          </a:custGeom>
          <a:solidFill>
            <a:srgbClr val="75FFDB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97322" name="Group 42">
            <a:extLst>
              <a:ext uri="{FF2B5EF4-FFF2-40B4-BE49-F238E27FC236}">
                <a16:creationId xmlns:a16="http://schemas.microsoft.com/office/drawing/2014/main" id="{37FF73E8-E40E-4C40-9260-1370A1B58998}"/>
              </a:ext>
            </a:extLst>
          </p:cNvPr>
          <p:cNvGrpSpPr>
            <a:grpSpLocks/>
          </p:cNvGrpSpPr>
          <p:nvPr/>
        </p:nvGrpSpPr>
        <p:grpSpPr bwMode="auto">
          <a:xfrm>
            <a:off x="908248" y="4252738"/>
            <a:ext cx="1752600" cy="1600200"/>
            <a:chOff x="576" y="2496"/>
            <a:chExt cx="1104" cy="1008"/>
          </a:xfrm>
        </p:grpSpPr>
        <p:sp>
          <p:nvSpPr>
            <p:cNvPr id="6183" name="Oval 4">
              <a:extLst>
                <a:ext uri="{FF2B5EF4-FFF2-40B4-BE49-F238E27FC236}">
                  <a16:creationId xmlns:a16="http://schemas.microsoft.com/office/drawing/2014/main" id="{72574A19-09F4-F849-AF26-6928B63AC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496"/>
              <a:ext cx="240" cy="24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>
                  <a:solidFill>
                    <a:schemeClr val="tx1"/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6184" name="Oval 5">
              <a:extLst>
                <a:ext uri="{FF2B5EF4-FFF2-40B4-BE49-F238E27FC236}">
                  <a16:creationId xmlns:a16="http://schemas.microsoft.com/office/drawing/2014/main" id="{77022A18-4EF8-F146-B8FD-ECE8204E9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832"/>
              <a:ext cx="240" cy="24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>
                  <a:solidFill>
                    <a:schemeClr val="tx1"/>
                  </a:solidFill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6185" name="Oval 6">
              <a:extLst>
                <a:ext uri="{FF2B5EF4-FFF2-40B4-BE49-F238E27FC236}">
                  <a16:creationId xmlns:a16="http://schemas.microsoft.com/office/drawing/2014/main" id="{F18C87B8-B536-8C47-9E8A-67291C143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264"/>
              <a:ext cx="240" cy="24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>
                  <a:solidFill>
                    <a:schemeClr val="tx1"/>
                  </a:solidFill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6186" name="Oval 7">
              <a:extLst>
                <a:ext uri="{FF2B5EF4-FFF2-40B4-BE49-F238E27FC236}">
                  <a16:creationId xmlns:a16="http://schemas.microsoft.com/office/drawing/2014/main" id="{2517AB6E-A89B-3A41-9311-F74E133A7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264"/>
              <a:ext cx="240" cy="24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>
                  <a:solidFill>
                    <a:schemeClr val="tx1"/>
                  </a:solidFill>
                  <a:latin typeface="Tahoma" panose="020B0604030504040204" pitchFamily="34" charset="0"/>
                </a:rPr>
                <a:t>6</a:t>
              </a:r>
            </a:p>
          </p:txBody>
        </p:sp>
        <p:sp>
          <p:nvSpPr>
            <p:cNvPr id="6187" name="Oval 8">
              <a:extLst>
                <a:ext uri="{FF2B5EF4-FFF2-40B4-BE49-F238E27FC236}">
                  <a16:creationId xmlns:a16="http://schemas.microsoft.com/office/drawing/2014/main" id="{195C4DD0-9169-244A-A445-CFE1E0C75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832"/>
              <a:ext cx="240" cy="24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>
                  <a:solidFill>
                    <a:schemeClr val="tx1"/>
                  </a:solidFill>
                  <a:latin typeface="Tahoma" panose="020B0604030504040204" pitchFamily="34" charset="0"/>
                </a:rPr>
                <a:t>4</a:t>
              </a:r>
            </a:p>
          </p:txBody>
        </p:sp>
        <p:cxnSp>
          <p:nvCxnSpPr>
            <p:cNvPr id="6188" name="AutoShape 10">
              <a:extLst>
                <a:ext uri="{FF2B5EF4-FFF2-40B4-BE49-F238E27FC236}">
                  <a16:creationId xmlns:a16="http://schemas.microsoft.com/office/drawing/2014/main" id="{87B2EE41-D8ED-D44E-9336-CF81926AE731}"/>
                </a:ext>
              </a:extLst>
            </p:cNvPr>
            <p:cNvCxnSpPr>
              <a:cxnSpLocks noChangeShapeType="1"/>
              <a:stCxn id="6183" idx="3"/>
              <a:endCxn id="6187" idx="7"/>
            </p:cNvCxnSpPr>
            <p:nvPr/>
          </p:nvCxnSpPr>
          <p:spPr bwMode="auto">
            <a:xfrm flipH="1">
              <a:off x="781" y="2701"/>
              <a:ext cx="118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89" name="AutoShape 11">
              <a:extLst>
                <a:ext uri="{FF2B5EF4-FFF2-40B4-BE49-F238E27FC236}">
                  <a16:creationId xmlns:a16="http://schemas.microsoft.com/office/drawing/2014/main" id="{1D6A4C8B-8F49-3C49-8491-6BEB6D2914A1}"/>
                </a:ext>
              </a:extLst>
            </p:cNvPr>
            <p:cNvCxnSpPr>
              <a:cxnSpLocks noChangeShapeType="1"/>
              <a:stCxn id="6183" idx="5"/>
              <a:endCxn id="6184" idx="1"/>
            </p:cNvCxnSpPr>
            <p:nvPr/>
          </p:nvCxnSpPr>
          <p:spPr bwMode="auto">
            <a:xfrm>
              <a:off x="1069" y="2701"/>
              <a:ext cx="118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90" name="AutoShape 12">
              <a:extLst>
                <a:ext uri="{FF2B5EF4-FFF2-40B4-BE49-F238E27FC236}">
                  <a16:creationId xmlns:a16="http://schemas.microsoft.com/office/drawing/2014/main" id="{A7F80E1C-2C55-BD45-9743-CD39D37DFE9B}"/>
                </a:ext>
              </a:extLst>
            </p:cNvPr>
            <p:cNvCxnSpPr>
              <a:cxnSpLocks noChangeShapeType="1"/>
              <a:stCxn id="6184" idx="3"/>
              <a:endCxn id="6186" idx="7"/>
            </p:cNvCxnSpPr>
            <p:nvPr/>
          </p:nvCxnSpPr>
          <p:spPr bwMode="auto">
            <a:xfrm flipH="1">
              <a:off x="1069" y="3037"/>
              <a:ext cx="118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91" name="AutoShape 13">
              <a:extLst>
                <a:ext uri="{FF2B5EF4-FFF2-40B4-BE49-F238E27FC236}">
                  <a16:creationId xmlns:a16="http://schemas.microsoft.com/office/drawing/2014/main" id="{685619E3-6282-D646-B78D-5BC9F3EF9C97}"/>
                </a:ext>
              </a:extLst>
            </p:cNvPr>
            <p:cNvCxnSpPr>
              <a:cxnSpLocks noChangeShapeType="1"/>
              <a:stCxn id="6184" idx="5"/>
              <a:endCxn id="6185" idx="1"/>
            </p:cNvCxnSpPr>
            <p:nvPr/>
          </p:nvCxnSpPr>
          <p:spPr bwMode="auto">
            <a:xfrm>
              <a:off x="1357" y="3037"/>
              <a:ext cx="118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7321" name="Group 41">
            <a:extLst>
              <a:ext uri="{FF2B5EF4-FFF2-40B4-BE49-F238E27FC236}">
                <a16:creationId xmlns:a16="http://schemas.microsoft.com/office/drawing/2014/main" id="{A72E8A80-FD52-DA44-A2A2-A156C99C98DA}"/>
              </a:ext>
            </a:extLst>
          </p:cNvPr>
          <p:cNvGrpSpPr>
            <a:grpSpLocks/>
          </p:cNvGrpSpPr>
          <p:nvPr/>
        </p:nvGrpSpPr>
        <p:grpSpPr bwMode="auto">
          <a:xfrm>
            <a:off x="6547048" y="4024138"/>
            <a:ext cx="1828800" cy="2286000"/>
            <a:chOff x="2208" y="2496"/>
            <a:chExt cx="1152" cy="1440"/>
          </a:xfrm>
        </p:grpSpPr>
        <p:sp>
          <p:nvSpPr>
            <p:cNvPr id="6172" name="Oval 23">
              <a:extLst>
                <a:ext uri="{FF2B5EF4-FFF2-40B4-BE49-F238E27FC236}">
                  <a16:creationId xmlns:a16="http://schemas.microsoft.com/office/drawing/2014/main" id="{C9ADFE88-CEEE-D340-9001-3A01B1B33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496"/>
              <a:ext cx="240" cy="24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>
                  <a:solidFill>
                    <a:schemeClr val="tx1"/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6173" name="Oval 24">
              <a:extLst>
                <a:ext uri="{FF2B5EF4-FFF2-40B4-BE49-F238E27FC236}">
                  <a16:creationId xmlns:a16="http://schemas.microsoft.com/office/drawing/2014/main" id="{A6DE8793-44A1-E940-A8C1-F609F138AA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832"/>
              <a:ext cx="240" cy="24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>
                  <a:solidFill>
                    <a:schemeClr val="tx1"/>
                  </a:solidFill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6174" name="Oval 25">
              <a:extLst>
                <a:ext uri="{FF2B5EF4-FFF2-40B4-BE49-F238E27FC236}">
                  <a16:creationId xmlns:a16="http://schemas.microsoft.com/office/drawing/2014/main" id="{879BB900-0659-5548-BE85-C49CD1F57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3264"/>
              <a:ext cx="240" cy="24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>
                  <a:solidFill>
                    <a:schemeClr val="tx1"/>
                  </a:solidFill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6175" name="Oval 26">
              <a:extLst>
                <a:ext uri="{FF2B5EF4-FFF2-40B4-BE49-F238E27FC236}">
                  <a16:creationId xmlns:a16="http://schemas.microsoft.com/office/drawing/2014/main" id="{2ECE88E7-BC0A-BF44-8E5F-EC6378042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264"/>
              <a:ext cx="240" cy="24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>
                  <a:solidFill>
                    <a:schemeClr val="tx1"/>
                  </a:solidFill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6176" name="Oval 27">
              <a:extLst>
                <a:ext uri="{FF2B5EF4-FFF2-40B4-BE49-F238E27FC236}">
                  <a16:creationId xmlns:a16="http://schemas.microsoft.com/office/drawing/2014/main" id="{D3095495-D6ED-5747-AD15-5715794F3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832"/>
              <a:ext cx="240" cy="24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>
                  <a:solidFill>
                    <a:schemeClr val="tx1"/>
                  </a:solidFill>
                  <a:latin typeface="Tahoma" panose="020B0604030504040204" pitchFamily="34" charset="0"/>
                </a:rPr>
                <a:t>4</a:t>
              </a:r>
            </a:p>
          </p:txBody>
        </p:sp>
        <p:cxnSp>
          <p:nvCxnSpPr>
            <p:cNvPr id="6177" name="AutoShape 28">
              <a:extLst>
                <a:ext uri="{FF2B5EF4-FFF2-40B4-BE49-F238E27FC236}">
                  <a16:creationId xmlns:a16="http://schemas.microsoft.com/office/drawing/2014/main" id="{400D4DD1-5088-3646-B086-45DEF057D9C0}"/>
                </a:ext>
              </a:extLst>
            </p:cNvPr>
            <p:cNvCxnSpPr>
              <a:cxnSpLocks noChangeShapeType="1"/>
              <a:stCxn id="6172" idx="3"/>
              <a:endCxn id="6176" idx="7"/>
            </p:cNvCxnSpPr>
            <p:nvPr/>
          </p:nvCxnSpPr>
          <p:spPr bwMode="auto">
            <a:xfrm flipH="1">
              <a:off x="2413" y="2701"/>
              <a:ext cx="118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78" name="AutoShape 29">
              <a:extLst>
                <a:ext uri="{FF2B5EF4-FFF2-40B4-BE49-F238E27FC236}">
                  <a16:creationId xmlns:a16="http://schemas.microsoft.com/office/drawing/2014/main" id="{0A783321-F2CA-3444-8820-70736459B891}"/>
                </a:ext>
              </a:extLst>
            </p:cNvPr>
            <p:cNvCxnSpPr>
              <a:cxnSpLocks noChangeShapeType="1"/>
              <a:stCxn id="6172" idx="5"/>
              <a:endCxn id="6173" idx="1"/>
            </p:cNvCxnSpPr>
            <p:nvPr/>
          </p:nvCxnSpPr>
          <p:spPr bwMode="auto">
            <a:xfrm>
              <a:off x="2701" y="2701"/>
              <a:ext cx="166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79" name="AutoShape 30">
              <a:extLst>
                <a:ext uri="{FF2B5EF4-FFF2-40B4-BE49-F238E27FC236}">
                  <a16:creationId xmlns:a16="http://schemas.microsoft.com/office/drawing/2014/main" id="{9A91505F-8297-4E4E-A9E9-63DFC388233C}"/>
                </a:ext>
              </a:extLst>
            </p:cNvPr>
            <p:cNvCxnSpPr>
              <a:cxnSpLocks noChangeShapeType="1"/>
              <a:stCxn id="6173" idx="3"/>
              <a:endCxn id="6175" idx="7"/>
            </p:cNvCxnSpPr>
            <p:nvPr/>
          </p:nvCxnSpPr>
          <p:spPr bwMode="auto">
            <a:xfrm flipH="1">
              <a:off x="2749" y="3037"/>
              <a:ext cx="118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80" name="AutoShape 31">
              <a:extLst>
                <a:ext uri="{FF2B5EF4-FFF2-40B4-BE49-F238E27FC236}">
                  <a16:creationId xmlns:a16="http://schemas.microsoft.com/office/drawing/2014/main" id="{F4AA22DB-EABB-CA41-B2D9-A02B1B68200B}"/>
                </a:ext>
              </a:extLst>
            </p:cNvPr>
            <p:cNvCxnSpPr>
              <a:cxnSpLocks noChangeShapeType="1"/>
              <a:stCxn id="6173" idx="5"/>
              <a:endCxn id="6174" idx="1"/>
            </p:cNvCxnSpPr>
            <p:nvPr/>
          </p:nvCxnSpPr>
          <p:spPr bwMode="auto">
            <a:xfrm>
              <a:off x="3037" y="3037"/>
              <a:ext cx="118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181" name="Oval 32">
              <a:extLst>
                <a:ext uri="{FF2B5EF4-FFF2-40B4-BE49-F238E27FC236}">
                  <a16:creationId xmlns:a16="http://schemas.microsoft.com/office/drawing/2014/main" id="{D0A76514-C12A-F248-BE07-E440C07F3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696"/>
              <a:ext cx="240" cy="24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600">
                  <a:solidFill>
                    <a:schemeClr val="tx1"/>
                  </a:solidFill>
                  <a:latin typeface="Tahoma" panose="020B0604030504040204" pitchFamily="34" charset="0"/>
                </a:rPr>
                <a:t>6</a:t>
              </a:r>
            </a:p>
          </p:txBody>
        </p:sp>
        <p:cxnSp>
          <p:nvCxnSpPr>
            <p:cNvPr id="6182" name="AutoShape 33">
              <a:extLst>
                <a:ext uri="{FF2B5EF4-FFF2-40B4-BE49-F238E27FC236}">
                  <a16:creationId xmlns:a16="http://schemas.microsoft.com/office/drawing/2014/main" id="{5B3B8684-9076-FC45-95BC-9ABF40BB4CA9}"/>
                </a:ext>
              </a:extLst>
            </p:cNvPr>
            <p:cNvCxnSpPr>
              <a:cxnSpLocks noChangeShapeType="1"/>
              <a:stCxn id="6175" idx="3"/>
              <a:endCxn id="6181" idx="7"/>
            </p:cNvCxnSpPr>
            <p:nvPr/>
          </p:nvCxnSpPr>
          <p:spPr bwMode="auto">
            <a:xfrm flipH="1">
              <a:off x="2461" y="3469"/>
              <a:ext cx="118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7329" name="Text Box 49">
            <a:extLst>
              <a:ext uri="{FF2B5EF4-FFF2-40B4-BE49-F238E27FC236}">
                <a16:creationId xmlns:a16="http://schemas.microsoft.com/office/drawing/2014/main" id="{BF99DD9E-DD60-DC4D-B190-6C7C40A13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4123" y="6095826"/>
            <a:ext cx="60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000" b="1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97331" name="Text Box 51">
            <a:extLst>
              <a:ext uri="{FF2B5EF4-FFF2-40B4-BE49-F238E27FC236}">
                <a16:creationId xmlns:a16="http://schemas.microsoft.com/office/drawing/2014/main" id="{2D79B232-C4BF-294C-BDA4-D858C07F9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0736" y="4589288"/>
            <a:ext cx="533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000" b="1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97333" name="Text Box 53">
            <a:extLst>
              <a:ext uri="{FF2B5EF4-FFF2-40B4-BE49-F238E27FC236}">
                <a16:creationId xmlns:a16="http://schemas.microsoft.com/office/drawing/2014/main" id="{CE42C0F6-45A1-D144-8BEA-B9E3A83A6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998" y="4562301"/>
            <a:ext cx="533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000" b="1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97334" name="Text Box 54">
            <a:extLst>
              <a:ext uri="{FF2B5EF4-FFF2-40B4-BE49-F238E27FC236}">
                <a16:creationId xmlns:a16="http://schemas.microsoft.com/office/drawing/2014/main" id="{A7FEEA4A-BFBB-BF40-9645-5D83A6F51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048" y="4024138"/>
            <a:ext cx="152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000" b="1">
                <a:solidFill>
                  <a:schemeClr val="tx1"/>
                </a:solidFill>
                <a:latin typeface="Tahoma" panose="020B0604030504040204" pitchFamily="34" charset="0"/>
              </a:rPr>
              <a:t>-1</a:t>
            </a:r>
          </a:p>
        </p:txBody>
      </p:sp>
      <p:sp>
        <p:nvSpPr>
          <p:cNvPr id="97338" name="Text Box 58">
            <a:extLst>
              <a:ext uri="{FF2B5EF4-FFF2-40B4-BE49-F238E27FC236}">
                <a16:creationId xmlns:a16="http://schemas.microsoft.com/office/drawing/2014/main" id="{D3F345F9-69CD-7846-8E79-D38FA9BDD266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2665611" y="5497338"/>
            <a:ext cx="935038" cy="274637"/>
          </a:xfrm>
          <a:prstGeom prst="rect">
            <a:avLst/>
          </a:prstGeom>
          <a:solidFill>
            <a:srgbClr val="E5FF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E5FFE5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tx1"/>
                </a:solidFill>
                <a:latin typeface="Tahoma" panose="020B0604030504040204" pitchFamily="34" charset="0"/>
              </a:rPr>
              <a:t>Altura = 1</a:t>
            </a:r>
          </a:p>
        </p:txBody>
      </p:sp>
      <p:sp>
        <p:nvSpPr>
          <p:cNvPr id="97339" name="Text Box 59">
            <a:extLst>
              <a:ext uri="{FF2B5EF4-FFF2-40B4-BE49-F238E27FC236}">
                <a16:creationId xmlns:a16="http://schemas.microsoft.com/office/drawing/2014/main" id="{D75BE059-24FD-0644-9271-0545D7402F32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2779117" y="5285407"/>
            <a:ext cx="1317625" cy="274637"/>
          </a:xfrm>
          <a:prstGeom prst="rect">
            <a:avLst/>
          </a:prstGeom>
          <a:solidFill>
            <a:srgbClr val="75FFD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tx1"/>
                </a:solidFill>
                <a:latin typeface="Tahoma" panose="020B0604030504040204" pitchFamily="34" charset="0"/>
              </a:rPr>
              <a:t>Altura = 2</a:t>
            </a:r>
          </a:p>
        </p:txBody>
      </p:sp>
      <p:sp>
        <p:nvSpPr>
          <p:cNvPr id="97340" name="Text Box 60">
            <a:extLst>
              <a:ext uri="{FF2B5EF4-FFF2-40B4-BE49-F238E27FC236}">
                <a16:creationId xmlns:a16="http://schemas.microsoft.com/office/drawing/2014/main" id="{BE9EEC99-32AC-B344-91A0-21E6740C8FF1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-34727" y="4733751"/>
            <a:ext cx="935037" cy="274638"/>
          </a:xfrm>
          <a:prstGeom prst="rect">
            <a:avLst/>
          </a:prstGeom>
          <a:solidFill>
            <a:srgbClr val="75FFD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tx1"/>
                </a:solidFill>
                <a:latin typeface="Tahoma" panose="020B0604030504040204" pitchFamily="34" charset="0"/>
              </a:rPr>
              <a:t>Altura = 1</a:t>
            </a:r>
          </a:p>
        </p:txBody>
      </p:sp>
      <p:sp>
        <p:nvSpPr>
          <p:cNvPr id="97341" name="Text Box 61">
            <a:extLst>
              <a:ext uri="{FF2B5EF4-FFF2-40B4-BE49-F238E27FC236}">
                <a16:creationId xmlns:a16="http://schemas.microsoft.com/office/drawing/2014/main" id="{ECCEA037-0C7C-B644-995E-44C3333A7C37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510580" y="5563219"/>
            <a:ext cx="914400" cy="274637"/>
          </a:xfrm>
          <a:prstGeom prst="rect">
            <a:avLst/>
          </a:prstGeom>
          <a:solidFill>
            <a:srgbClr val="E5FF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E5FFE5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tx1"/>
                </a:solidFill>
                <a:latin typeface="Tahoma" panose="020B0604030504040204" pitchFamily="34" charset="0"/>
              </a:rPr>
              <a:t>Altura = 1</a:t>
            </a:r>
          </a:p>
        </p:txBody>
      </p:sp>
      <p:sp>
        <p:nvSpPr>
          <p:cNvPr id="97326" name="Text Box 46">
            <a:extLst>
              <a:ext uri="{FF2B5EF4-FFF2-40B4-BE49-F238E27FC236}">
                <a16:creationId xmlns:a16="http://schemas.microsoft.com/office/drawing/2014/main" id="{9AF71AA1-0F3D-224E-A4CA-20E587A6B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98" y="4151138"/>
            <a:ext cx="1116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000" b="1">
                <a:solidFill>
                  <a:schemeClr val="tx1"/>
                </a:solidFill>
                <a:latin typeface="Tahoma" panose="020B0604030504040204" pitchFamily="34" charset="0"/>
              </a:rPr>
              <a:t>Alt(izq) –Alt(der)= 0</a:t>
            </a:r>
          </a:p>
        </p:txBody>
      </p:sp>
      <p:sp>
        <p:nvSpPr>
          <p:cNvPr id="97342" name="Text Box 62">
            <a:extLst>
              <a:ext uri="{FF2B5EF4-FFF2-40B4-BE49-F238E27FC236}">
                <a16:creationId xmlns:a16="http://schemas.microsoft.com/office/drawing/2014/main" id="{1FEF48CE-48C5-2E40-84B0-CD9424F39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448" y="6310138"/>
            <a:ext cx="3048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000" b="1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97343" name="Text Box 63">
            <a:extLst>
              <a:ext uri="{FF2B5EF4-FFF2-40B4-BE49-F238E27FC236}">
                <a16:creationId xmlns:a16="http://schemas.microsoft.com/office/drawing/2014/main" id="{3B1691EA-B753-514B-8369-46544E74A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1048" y="5700538"/>
            <a:ext cx="3048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000" b="1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97344" name="Text Box 64">
            <a:extLst>
              <a:ext uri="{FF2B5EF4-FFF2-40B4-BE49-F238E27FC236}">
                <a16:creationId xmlns:a16="http://schemas.microsoft.com/office/drawing/2014/main" id="{5D844F94-4E95-2F44-8C73-F624FE514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448" y="5684663"/>
            <a:ext cx="381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000" b="1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97345" name="Text Box 65">
            <a:extLst>
              <a:ext uri="{FF2B5EF4-FFF2-40B4-BE49-F238E27FC236}">
                <a16:creationId xmlns:a16="http://schemas.microsoft.com/office/drawing/2014/main" id="{E9EDF715-1D64-0C4E-B808-474F90B3A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7648" y="5014738"/>
            <a:ext cx="381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000" b="1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97346" name="Text Box 66">
            <a:extLst>
              <a:ext uri="{FF2B5EF4-FFF2-40B4-BE49-F238E27FC236}">
                <a16:creationId xmlns:a16="http://schemas.microsoft.com/office/drawing/2014/main" id="{BB0918F3-560C-7248-A02C-63ACEE834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4248" y="3795538"/>
            <a:ext cx="381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000" b="1" dirty="0">
                <a:solidFill>
                  <a:schemeClr val="tx1"/>
                </a:solidFill>
                <a:latin typeface="Tahoma" panose="020B0604030504040204" pitchFamily="34" charset="0"/>
              </a:rPr>
              <a:t>-2</a:t>
            </a:r>
          </a:p>
        </p:txBody>
      </p:sp>
      <p:sp>
        <p:nvSpPr>
          <p:cNvPr id="97347" name="Text Box 67">
            <a:extLst>
              <a:ext uri="{FF2B5EF4-FFF2-40B4-BE49-F238E27FC236}">
                <a16:creationId xmlns:a16="http://schemas.microsoft.com/office/drawing/2014/main" id="{89E7CC06-B60D-5E4A-AB95-98659ECDD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7048" y="4922663"/>
            <a:ext cx="381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000" b="1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97348" name="AutoShape 68">
            <a:extLst>
              <a:ext uri="{FF2B5EF4-FFF2-40B4-BE49-F238E27FC236}">
                <a16:creationId xmlns:a16="http://schemas.microsoft.com/office/drawing/2014/main" id="{9720BF12-63BA-1442-A295-4C91EB1D0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6048" y="3795538"/>
            <a:ext cx="2895600" cy="762000"/>
          </a:xfrm>
          <a:prstGeom prst="wedgeEllipseCallout">
            <a:avLst>
              <a:gd name="adj1" fmla="val -72370"/>
              <a:gd name="adj2" fmla="val -29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C" sz="1600" dirty="0">
                <a:solidFill>
                  <a:schemeClr val="tx1"/>
                </a:solidFill>
                <a:latin typeface="Tahoma" panose="020B0604030504040204" pitchFamily="34" charset="0"/>
              </a:rPr>
              <a:t>Factor de Equilibrio = Alt(</a:t>
            </a:r>
            <a:r>
              <a:rPr lang="es-ES" altLang="es-EC" sz="1600" dirty="0" err="1">
                <a:solidFill>
                  <a:schemeClr val="tx1"/>
                </a:solidFill>
                <a:latin typeface="Tahoma" panose="020B0604030504040204" pitchFamily="34" charset="0"/>
              </a:rPr>
              <a:t>Izq</a:t>
            </a:r>
            <a:r>
              <a:rPr lang="es-ES" altLang="es-EC" sz="1600" dirty="0">
                <a:solidFill>
                  <a:schemeClr val="tx1"/>
                </a:solidFill>
                <a:latin typeface="Tahoma" panose="020B0604030504040204" pitchFamily="34" charset="0"/>
              </a:rPr>
              <a:t>) – Alt(Der)</a:t>
            </a:r>
          </a:p>
        </p:txBody>
      </p:sp>
      <p:sp>
        <p:nvSpPr>
          <p:cNvPr id="97349" name="AutoShape 69">
            <a:extLst>
              <a:ext uri="{FF2B5EF4-FFF2-40B4-BE49-F238E27FC236}">
                <a16:creationId xmlns:a16="http://schemas.microsoft.com/office/drawing/2014/main" id="{7CB1AE77-D263-AB4D-9DEF-7913F4B01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4848" y="4709938"/>
            <a:ext cx="1465263" cy="1746250"/>
          </a:xfrm>
          <a:prstGeom prst="wedgeEllipseCallout">
            <a:avLst>
              <a:gd name="adj1" fmla="val 146315"/>
              <a:gd name="adj2" fmla="val -9354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En equilibrio, F.E. Debe ser –1, 0  o 1</a:t>
            </a:r>
          </a:p>
        </p:txBody>
      </p:sp>
      <p:sp>
        <p:nvSpPr>
          <p:cNvPr id="97350" name="Text Box 70">
            <a:extLst>
              <a:ext uri="{FF2B5EF4-FFF2-40B4-BE49-F238E27FC236}">
                <a16:creationId xmlns:a16="http://schemas.microsoft.com/office/drawing/2014/main" id="{C1C73F3A-9AC2-3F49-AAD6-04DF8CFFA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4648" y="6538738"/>
            <a:ext cx="2209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 b="1">
                <a:solidFill>
                  <a:schemeClr val="tx1"/>
                </a:solidFill>
                <a:latin typeface="Tahoma" panose="020B0604030504040204" pitchFamily="34" charset="0"/>
              </a:rPr>
              <a:t>ARBOL NO EQUILIBRADO</a:t>
            </a:r>
          </a:p>
        </p:txBody>
      </p:sp>
      <p:sp>
        <p:nvSpPr>
          <p:cNvPr id="97351" name="Text Box 71">
            <a:extLst>
              <a:ext uri="{FF2B5EF4-FFF2-40B4-BE49-F238E27FC236}">
                <a16:creationId xmlns:a16="http://schemas.microsoft.com/office/drawing/2014/main" id="{EC9910B5-279A-A64D-88A6-CEAB01A6F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6061" y="6024388"/>
            <a:ext cx="60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000" b="1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73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7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97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7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7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0" dur="500"/>
                                        <p:tgtEl>
                                          <p:spTgt spid="97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fill="hold"/>
                                        <p:tgtEl>
                                          <p:spTgt spid="973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7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7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7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73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73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73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73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73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73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73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73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7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7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7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7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7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7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7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7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7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735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735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735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735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735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735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735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735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7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7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97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7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7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7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73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73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73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73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73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73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73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73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97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97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7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7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7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73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73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73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73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73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73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73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73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7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7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7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73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73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73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73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73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73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73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73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2000" fill="hold"/>
                                        <p:tgtEl>
                                          <p:spTgt spid="973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2000" fill="hold"/>
                                        <p:tgtEl>
                                          <p:spTgt spid="97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2000" fill="hold"/>
                                        <p:tgtEl>
                                          <p:spTgt spid="97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2000"/>
                                        <p:tgtEl>
                                          <p:spTgt spid="9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973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97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900" decel="100000" fill="hold"/>
                                        <p:tgtEl>
                                          <p:spTgt spid="97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7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973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97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900" decel="100000" fill="hold"/>
                                        <p:tgtEl>
                                          <p:spTgt spid="97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7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973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97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900" decel="100000" fill="hold"/>
                                        <p:tgtEl>
                                          <p:spTgt spid="97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7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973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97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900" decel="100000" fill="hold"/>
                                        <p:tgtEl>
                                          <p:spTgt spid="97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7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7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7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7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734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73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734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73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734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73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734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734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9" presetID="5" presetClass="emph" presetSubtype="5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10" dur="indefinite"/>
                                        <p:tgtEl>
                                          <p:spTgt spid="97344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11" dur="indefinite"/>
                                        <p:tgtEl>
                                          <p:spTgt spid="9734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12" dur="indefinite"/>
                                        <p:tgtEl>
                                          <p:spTgt spid="97344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7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7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7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734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73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734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73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734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73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734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734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2" presetID="5" presetClass="emph" presetSubtype="5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33" dur="indefinite"/>
                                        <p:tgtEl>
                                          <p:spTgt spid="97345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34" dur="indefinite"/>
                                        <p:tgtEl>
                                          <p:spTgt spid="97345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35" dur="indefinite"/>
                                        <p:tgtEl>
                                          <p:spTgt spid="97345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7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7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7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73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73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73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73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73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73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73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73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5" presetID="5" presetClass="emph" presetSubtype="5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56" dur="indefinite"/>
                                        <p:tgtEl>
                                          <p:spTgt spid="97346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57" dur="indefinite"/>
                                        <p:tgtEl>
                                          <p:spTgt spid="9734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58" dur="indefinite"/>
                                        <p:tgtEl>
                                          <p:spTgt spid="97346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 nodeType="clickPar">
                      <p:stCondLst>
                        <p:cond delay="indefinite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3" dur="2000" fill="hold"/>
                                        <p:tgtEl>
                                          <p:spTgt spid="973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2000" fill="hold"/>
                                        <p:tgtEl>
                                          <p:spTgt spid="9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2000" fill="hold"/>
                                        <p:tgtEl>
                                          <p:spTgt spid="9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6" dur="2000"/>
                                        <p:tgtEl>
                                          <p:spTgt spid="9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 nodeType="clickPar">
                      <p:stCondLst>
                        <p:cond delay="indefinite"/>
                      </p:stCondLst>
                      <p:childTnLst>
                        <p:par>
                          <p:cTn id="2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1" dur="500"/>
                                        <p:tgtEl>
                                          <p:spTgt spid="9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3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500" fill="hold"/>
                                        <p:tgtEl>
                                          <p:spTgt spid="973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29" grpId="0"/>
      <p:bldP spid="97331" grpId="0"/>
      <p:bldP spid="97333" grpId="0"/>
      <p:bldP spid="97334" grpId="0"/>
      <p:bldP spid="97338" grpId="0" animBg="1"/>
      <p:bldP spid="97339" grpId="0" animBg="1"/>
      <p:bldP spid="97340" grpId="0" animBg="1"/>
      <p:bldP spid="97341" grpId="0" animBg="1"/>
      <p:bldP spid="97326" grpId="0"/>
      <p:bldP spid="97326" grpId="1"/>
      <p:bldP spid="97342" grpId="0"/>
      <p:bldP spid="97343" grpId="0"/>
      <p:bldP spid="97344" grpId="0"/>
      <p:bldP spid="97344" grpId="1"/>
      <p:bldP spid="97345" grpId="0"/>
      <p:bldP spid="97345" grpId="1"/>
      <p:bldP spid="97346" grpId="0"/>
      <p:bldP spid="97346" grpId="1"/>
      <p:bldP spid="97347" grpId="0"/>
      <p:bldP spid="97348" grpId="0" animBg="1"/>
      <p:bldP spid="97349" grpId="0" animBg="1"/>
      <p:bldP spid="97350" grpId="0"/>
      <p:bldP spid="97350" grpId="1"/>
      <p:bldP spid="973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3">
            <a:extLst>
              <a:ext uri="{FF2B5EF4-FFF2-40B4-BE49-F238E27FC236}">
                <a16:creationId xmlns:a16="http://schemas.microsoft.com/office/drawing/2014/main" id="{6425AACC-BF6B-8C46-A44D-8E07CB04D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624" y="1052736"/>
            <a:ext cx="6814751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_tradnl" altLang="es-EC" dirty="0"/>
              <a:t>También conocidos como árboles AVL </a:t>
            </a:r>
            <a:r>
              <a:rPr lang="en-US" altLang="es-EC" dirty="0" err="1"/>
              <a:t>en</a:t>
            </a:r>
            <a:r>
              <a:rPr lang="en-US" altLang="es-EC" dirty="0"/>
              <a:t> honor a sus </a:t>
            </a:r>
            <a:r>
              <a:rPr lang="en-US" altLang="es-EC" dirty="0" err="1"/>
              <a:t>creadores</a:t>
            </a:r>
            <a:r>
              <a:rPr lang="en-US" altLang="es-EC" dirty="0"/>
              <a:t>:</a:t>
            </a:r>
          </a:p>
          <a:p>
            <a:pPr algn="ctr"/>
            <a:endParaRPr lang="en-US" altLang="es-EC" dirty="0"/>
          </a:p>
          <a:p>
            <a:pPr algn="ctr"/>
            <a:r>
              <a:rPr lang="en-US" altLang="es-EC" dirty="0"/>
              <a:t>Georgy Adelson-</a:t>
            </a:r>
            <a:r>
              <a:rPr lang="en-US" altLang="es-EC" dirty="0" err="1"/>
              <a:t>Velsky</a:t>
            </a:r>
            <a:r>
              <a:rPr lang="en-US" altLang="es-EC" dirty="0"/>
              <a:t> and Evgenii Landis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3">
            <a:extLst>
              <a:ext uri="{FF2B5EF4-FFF2-40B4-BE49-F238E27FC236}">
                <a16:creationId xmlns:a16="http://schemas.microsoft.com/office/drawing/2014/main" id="{6425AACC-BF6B-8C46-A44D-8E07CB04D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624" y="1052736"/>
            <a:ext cx="6814751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_tradnl" altLang="es-EC" dirty="0"/>
              <a:t>También conocidos como árboles AVL </a:t>
            </a:r>
            <a:r>
              <a:rPr lang="en-US" altLang="es-EC" dirty="0" err="1"/>
              <a:t>en</a:t>
            </a:r>
            <a:r>
              <a:rPr lang="en-US" altLang="es-EC" dirty="0"/>
              <a:t> honor a sus </a:t>
            </a:r>
            <a:r>
              <a:rPr lang="en-US" altLang="es-EC" dirty="0" err="1"/>
              <a:t>creadores</a:t>
            </a:r>
            <a:r>
              <a:rPr lang="en-US" altLang="es-EC" dirty="0"/>
              <a:t>:</a:t>
            </a:r>
          </a:p>
          <a:p>
            <a:pPr algn="ctr"/>
            <a:endParaRPr lang="en-US" altLang="es-EC" dirty="0"/>
          </a:p>
          <a:p>
            <a:pPr algn="ctr"/>
            <a:r>
              <a:rPr lang="en-US" altLang="es-EC" dirty="0"/>
              <a:t>Georgy Adelson-</a:t>
            </a:r>
            <a:r>
              <a:rPr lang="en-US" altLang="es-EC" dirty="0" err="1"/>
              <a:t>Velsky</a:t>
            </a:r>
            <a:r>
              <a:rPr lang="en-US" altLang="es-EC" dirty="0"/>
              <a:t> and Evgenii Landis</a:t>
            </a:r>
            <a:endParaRPr lang="en-US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E05516C-30D3-4DAF-8F4E-4BF674EB620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599" y="2204864"/>
            <a:ext cx="7208799" cy="405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1512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3">
            <a:extLst>
              <a:ext uri="{FF2B5EF4-FFF2-40B4-BE49-F238E27FC236}">
                <a16:creationId xmlns:a16="http://schemas.microsoft.com/office/drawing/2014/main" id="{6425AACC-BF6B-8C46-A44D-8E07CB04D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765175"/>
            <a:ext cx="2573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Tres claves:  30, 20, 10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5227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3">
            <a:extLst>
              <a:ext uri="{FF2B5EF4-FFF2-40B4-BE49-F238E27FC236}">
                <a16:creationId xmlns:a16="http://schemas.microsoft.com/office/drawing/2014/main" id="{68433640-0B7B-C941-8AE9-56253E032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765175"/>
            <a:ext cx="2573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Tres claves:  30, 20, 10</a:t>
            </a:r>
            <a:endParaRPr lang="en-US" altLang="en-US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5CA66EEF-AFF2-D241-8339-6BDF37AD3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266825"/>
            <a:ext cx="3602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3! = Seis posibles combinaciones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3">
            <a:extLst>
              <a:ext uri="{FF2B5EF4-FFF2-40B4-BE49-F238E27FC236}">
                <a16:creationId xmlns:a16="http://schemas.microsoft.com/office/drawing/2014/main" id="{1921C21A-F4AE-054C-8A5B-7CE92CE03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765175"/>
            <a:ext cx="2573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Tres claves:  30, 20, 10</a:t>
            </a:r>
            <a:endParaRPr lang="en-US" altLang="en-US"/>
          </a:p>
        </p:txBody>
      </p:sp>
      <p:sp>
        <p:nvSpPr>
          <p:cNvPr id="45058" name="Rectangle 4">
            <a:extLst>
              <a:ext uri="{FF2B5EF4-FFF2-40B4-BE49-F238E27FC236}">
                <a16:creationId xmlns:a16="http://schemas.microsoft.com/office/drawing/2014/main" id="{21592EA4-35E5-1A4F-8AD5-EA9874EFB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1652588"/>
            <a:ext cx="1209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30, 20, 10</a:t>
            </a:r>
            <a:endParaRPr lang="en-US" altLang="en-US"/>
          </a:p>
        </p:txBody>
      </p:sp>
      <p:sp>
        <p:nvSpPr>
          <p:cNvPr id="45059" name="Rectangle 5">
            <a:extLst>
              <a:ext uri="{FF2B5EF4-FFF2-40B4-BE49-F238E27FC236}">
                <a16:creationId xmlns:a16="http://schemas.microsoft.com/office/drawing/2014/main" id="{07FE27A6-70CF-4A4B-AE68-8E0D8F4AB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5425" y="1652588"/>
            <a:ext cx="1211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30, 10, 20</a:t>
            </a:r>
            <a:endParaRPr lang="en-US" altLang="en-US"/>
          </a:p>
        </p:txBody>
      </p:sp>
      <p:sp>
        <p:nvSpPr>
          <p:cNvPr id="45060" name="Rectangle 6">
            <a:extLst>
              <a:ext uri="{FF2B5EF4-FFF2-40B4-BE49-F238E27FC236}">
                <a16:creationId xmlns:a16="http://schemas.microsoft.com/office/drawing/2014/main" id="{2133BC2D-8730-FE40-A2CF-1C8C335AB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1652588"/>
            <a:ext cx="12112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10, 30, 20</a:t>
            </a:r>
            <a:endParaRPr lang="en-US" altLang="en-US"/>
          </a:p>
        </p:txBody>
      </p:sp>
      <p:sp>
        <p:nvSpPr>
          <p:cNvPr id="45061" name="Rectangle 7">
            <a:extLst>
              <a:ext uri="{FF2B5EF4-FFF2-40B4-BE49-F238E27FC236}">
                <a16:creationId xmlns:a16="http://schemas.microsoft.com/office/drawing/2014/main" id="{533BE247-A456-AD47-B613-A9953A1B5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3716338"/>
            <a:ext cx="1209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10, 20, 30</a:t>
            </a:r>
            <a:endParaRPr lang="en-US" altLang="en-US"/>
          </a:p>
        </p:txBody>
      </p:sp>
      <p:sp>
        <p:nvSpPr>
          <p:cNvPr id="45062" name="Rectangle 8">
            <a:extLst>
              <a:ext uri="{FF2B5EF4-FFF2-40B4-BE49-F238E27FC236}">
                <a16:creationId xmlns:a16="http://schemas.microsoft.com/office/drawing/2014/main" id="{0F1D1D8A-C01B-0640-9482-DAFC47F16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5425" y="3716338"/>
            <a:ext cx="1211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20, 10, 30</a:t>
            </a:r>
            <a:endParaRPr lang="en-US" altLang="en-US"/>
          </a:p>
        </p:txBody>
      </p:sp>
      <p:sp>
        <p:nvSpPr>
          <p:cNvPr id="45063" name="Rectangle 9">
            <a:extLst>
              <a:ext uri="{FF2B5EF4-FFF2-40B4-BE49-F238E27FC236}">
                <a16:creationId xmlns:a16="http://schemas.microsoft.com/office/drawing/2014/main" id="{C7584022-9850-EC40-AB17-FD343F2CE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3716338"/>
            <a:ext cx="12112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20, 30, 10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3">
            <a:extLst>
              <a:ext uri="{FF2B5EF4-FFF2-40B4-BE49-F238E27FC236}">
                <a16:creationId xmlns:a16="http://schemas.microsoft.com/office/drawing/2014/main" id="{AD46A472-93B9-EA49-9BCF-E9EECC0EE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765175"/>
            <a:ext cx="2573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Tres claves:  30, 20, 10</a:t>
            </a:r>
            <a:endParaRPr lang="en-US" altLang="en-US"/>
          </a:p>
        </p:txBody>
      </p:sp>
      <p:sp>
        <p:nvSpPr>
          <p:cNvPr id="46082" name="Rectangle 4">
            <a:extLst>
              <a:ext uri="{FF2B5EF4-FFF2-40B4-BE49-F238E27FC236}">
                <a16:creationId xmlns:a16="http://schemas.microsoft.com/office/drawing/2014/main" id="{2B1EB1B8-01D8-5B48-B9F1-54E2E68AA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1652588"/>
            <a:ext cx="1209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30, 20, 10</a:t>
            </a:r>
            <a:endParaRPr lang="en-US" altLang="en-US"/>
          </a:p>
        </p:txBody>
      </p:sp>
      <p:sp>
        <p:nvSpPr>
          <p:cNvPr id="46083" name="Rectangle 5">
            <a:extLst>
              <a:ext uri="{FF2B5EF4-FFF2-40B4-BE49-F238E27FC236}">
                <a16:creationId xmlns:a16="http://schemas.microsoft.com/office/drawing/2014/main" id="{092921E8-7222-284B-9B72-ACDC4EF93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5425" y="1652588"/>
            <a:ext cx="1211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30, 10, 20</a:t>
            </a:r>
            <a:endParaRPr lang="en-US" altLang="en-US"/>
          </a:p>
        </p:txBody>
      </p:sp>
      <p:sp>
        <p:nvSpPr>
          <p:cNvPr id="46084" name="Rectangle 6">
            <a:extLst>
              <a:ext uri="{FF2B5EF4-FFF2-40B4-BE49-F238E27FC236}">
                <a16:creationId xmlns:a16="http://schemas.microsoft.com/office/drawing/2014/main" id="{2570E018-8ABF-7E4A-9399-FF7DE85EB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1652588"/>
            <a:ext cx="12112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10, 30, 20</a:t>
            </a:r>
            <a:endParaRPr lang="en-US" altLang="en-US"/>
          </a:p>
        </p:txBody>
      </p:sp>
      <p:sp>
        <p:nvSpPr>
          <p:cNvPr id="46085" name="Rectangle 7">
            <a:extLst>
              <a:ext uri="{FF2B5EF4-FFF2-40B4-BE49-F238E27FC236}">
                <a16:creationId xmlns:a16="http://schemas.microsoft.com/office/drawing/2014/main" id="{D1F8E925-9B9C-4245-AF84-B473C98B5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3716338"/>
            <a:ext cx="1209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10, 20, 30</a:t>
            </a:r>
            <a:endParaRPr lang="en-US" altLang="en-US"/>
          </a:p>
        </p:txBody>
      </p:sp>
      <p:sp>
        <p:nvSpPr>
          <p:cNvPr id="46086" name="Rectangle 8">
            <a:extLst>
              <a:ext uri="{FF2B5EF4-FFF2-40B4-BE49-F238E27FC236}">
                <a16:creationId xmlns:a16="http://schemas.microsoft.com/office/drawing/2014/main" id="{A94FEDC2-68DB-E648-83C5-3A8B7D3F3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5425" y="3716338"/>
            <a:ext cx="1211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20, 10, 30</a:t>
            </a:r>
            <a:endParaRPr lang="en-US" altLang="en-US"/>
          </a:p>
        </p:txBody>
      </p:sp>
      <p:sp>
        <p:nvSpPr>
          <p:cNvPr id="46087" name="Rectangle 9">
            <a:extLst>
              <a:ext uri="{FF2B5EF4-FFF2-40B4-BE49-F238E27FC236}">
                <a16:creationId xmlns:a16="http://schemas.microsoft.com/office/drawing/2014/main" id="{C156B10D-C76E-374C-A8AF-F29FFFF05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3716338"/>
            <a:ext cx="12112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20, 30, 10</a:t>
            </a:r>
            <a:endParaRPr lang="en-US" altLang="en-US"/>
          </a:p>
        </p:txBody>
      </p:sp>
      <p:sp>
        <p:nvSpPr>
          <p:cNvPr id="46088" name="Oval 1">
            <a:extLst>
              <a:ext uri="{FF2B5EF4-FFF2-40B4-BE49-F238E27FC236}">
                <a16:creationId xmlns:a16="http://schemas.microsoft.com/office/drawing/2014/main" id="{197CAF37-022C-5542-9A83-680CB6281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092325"/>
            <a:ext cx="369888" cy="3698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30</a:t>
            </a:r>
          </a:p>
        </p:txBody>
      </p:sp>
      <p:sp>
        <p:nvSpPr>
          <p:cNvPr id="46089" name="Oval 10">
            <a:extLst>
              <a:ext uri="{FF2B5EF4-FFF2-40B4-BE49-F238E27FC236}">
                <a16:creationId xmlns:a16="http://schemas.microsoft.com/office/drawing/2014/main" id="{5B0189E7-06AA-CF4B-84D3-EE1AB0610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" y="2513013"/>
            <a:ext cx="368300" cy="369887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20</a:t>
            </a:r>
          </a:p>
        </p:txBody>
      </p:sp>
      <p:sp>
        <p:nvSpPr>
          <p:cNvPr id="46090" name="Oval 11">
            <a:extLst>
              <a:ext uri="{FF2B5EF4-FFF2-40B4-BE49-F238E27FC236}">
                <a16:creationId xmlns:a16="http://schemas.microsoft.com/office/drawing/2014/main" id="{76D18C97-90F1-C144-BC4C-DAA713940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3" y="2924175"/>
            <a:ext cx="369887" cy="3698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10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307B69-BB51-E748-AA8B-117CA0C0EEA4}"/>
              </a:ext>
            </a:extLst>
          </p:cNvPr>
          <p:cNvCxnSpPr>
            <a:stCxn id="46088" idx="3"/>
            <a:endCxn id="46089" idx="7"/>
          </p:cNvCxnSpPr>
          <p:nvPr/>
        </p:nvCxnSpPr>
        <p:spPr bwMode="auto">
          <a:xfrm flipH="1">
            <a:off x="882650" y="2408238"/>
            <a:ext cx="142875" cy="158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092" name="Straight Connector 14">
            <a:extLst>
              <a:ext uri="{FF2B5EF4-FFF2-40B4-BE49-F238E27FC236}">
                <a16:creationId xmlns:a16="http://schemas.microsoft.com/office/drawing/2014/main" id="{FEE0E75D-9C91-0948-8778-41FC78A39682}"/>
              </a:ext>
            </a:extLst>
          </p:cNvPr>
          <p:cNvCxnSpPr>
            <a:cxnSpLocks noChangeShapeType="1"/>
            <a:stCxn id="46089" idx="3"/>
            <a:endCxn id="46090" idx="7"/>
          </p:cNvCxnSpPr>
          <p:nvPr/>
        </p:nvCxnSpPr>
        <p:spPr bwMode="auto">
          <a:xfrm flipH="1">
            <a:off x="485775" y="2828925"/>
            <a:ext cx="136525" cy="150813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093" name="Oval 20">
            <a:extLst>
              <a:ext uri="{FF2B5EF4-FFF2-40B4-BE49-F238E27FC236}">
                <a16:creationId xmlns:a16="http://schemas.microsoft.com/office/drawing/2014/main" id="{80BE6E66-0CB9-854D-8924-765703703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338" y="2092325"/>
            <a:ext cx="369887" cy="3698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30</a:t>
            </a:r>
          </a:p>
        </p:txBody>
      </p:sp>
      <p:sp>
        <p:nvSpPr>
          <p:cNvPr id="46094" name="Oval 21">
            <a:extLst>
              <a:ext uri="{FF2B5EF4-FFF2-40B4-BE49-F238E27FC236}">
                <a16:creationId xmlns:a16="http://schemas.microsoft.com/office/drawing/2014/main" id="{7779006C-1767-EB4E-A623-7551135A2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0" y="2508250"/>
            <a:ext cx="369888" cy="3698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10</a:t>
            </a:r>
          </a:p>
        </p:txBody>
      </p:sp>
      <p:sp>
        <p:nvSpPr>
          <p:cNvPr id="46095" name="Oval 22">
            <a:extLst>
              <a:ext uri="{FF2B5EF4-FFF2-40B4-BE49-F238E27FC236}">
                <a16:creationId xmlns:a16="http://schemas.microsoft.com/office/drawing/2014/main" id="{94AC42CC-A1CC-CF49-A9D8-5C6BD4C28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338" y="2924175"/>
            <a:ext cx="369887" cy="3698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20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BA1EA16-CE68-3045-B970-64ED2AE2EDB1}"/>
              </a:ext>
            </a:extLst>
          </p:cNvPr>
          <p:cNvCxnSpPr>
            <a:stCxn id="46093" idx="3"/>
            <a:endCxn id="46094" idx="7"/>
          </p:cNvCxnSpPr>
          <p:nvPr/>
        </p:nvCxnSpPr>
        <p:spPr bwMode="auto">
          <a:xfrm flipH="1">
            <a:off x="4379913" y="2408238"/>
            <a:ext cx="152400" cy="1539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097" name="Straight Connector 24">
            <a:extLst>
              <a:ext uri="{FF2B5EF4-FFF2-40B4-BE49-F238E27FC236}">
                <a16:creationId xmlns:a16="http://schemas.microsoft.com/office/drawing/2014/main" id="{60F4C12F-236C-6648-98CC-CFACA06EC3DD}"/>
              </a:ext>
            </a:extLst>
          </p:cNvPr>
          <p:cNvCxnSpPr>
            <a:cxnSpLocks noChangeShapeType="1"/>
            <a:stCxn id="46094" idx="5"/>
            <a:endCxn id="46095" idx="1"/>
          </p:cNvCxnSpPr>
          <p:nvPr/>
        </p:nvCxnSpPr>
        <p:spPr bwMode="auto">
          <a:xfrm>
            <a:off x="4379913" y="2824163"/>
            <a:ext cx="152400" cy="155575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6098" name="Group 38">
            <a:extLst>
              <a:ext uri="{FF2B5EF4-FFF2-40B4-BE49-F238E27FC236}">
                <a16:creationId xmlns:a16="http://schemas.microsoft.com/office/drawing/2014/main" id="{3EC1FFC2-357A-5449-A10E-EB7EE15B900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869238" y="2092325"/>
            <a:ext cx="784225" cy="1201738"/>
            <a:chOff x="7661749" y="2092206"/>
            <a:chExt cx="783774" cy="1202070"/>
          </a:xfrm>
        </p:grpSpPr>
        <p:sp>
          <p:nvSpPr>
            <p:cNvPr id="46117" name="Oval 33">
              <a:extLst>
                <a:ext uri="{FF2B5EF4-FFF2-40B4-BE49-F238E27FC236}">
                  <a16:creationId xmlns:a16="http://schemas.microsoft.com/office/drawing/2014/main" id="{B98C57A8-E251-7443-B121-DE298DD30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6191" y="2092206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sp>
          <p:nvSpPr>
            <p:cNvPr id="46118" name="Oval 34">
              <a:extLst>
                <a:ext uri="{FF2B5EF4-FFF2-40B4-BE49-F238E27FC236}">
                  <a16:creationId xmlns:a16="http://schemas.microsoft.com/office/drawing/2014/main" id="{00E5F167-60FC-B24F-96E9-BF660ABDD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1749" y="250857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30</a:t>
              </a:r>
            </a:p>
          </p:txBody>
        </p:sp>
        <p:sp>
          <p:nvSpPr>
            <p:cNvPr id="46119" name="Oval 35">
              <a:extLst>
                <a:ext uri="{FF2B5EF4-FFF2-40B4-BE49-F238E27FC236}">
                  <a16:creationId xmlns:a16="http://schemas.microsoft.com/office/drawing/2014/main" id="{A06B1E77-519A-5F4F-ACF0-13FF6AF25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6191" y="2924944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20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694012F-0D4E-7D4E-8EBE-774E08A10C0D}"/>
                </a:ext>
              </a:extLst>
            </p:cNvPr>
            <p:cNvCxnSpPr>
              <a:stCxn id="46117" idx="3"/>
              <a:endCxn id="46118" idx="7"/>
            </p:cNvCxnSpPr>
            <p:nvPr/>
          </p:nvCxnSpPr>
          <p:spPr bwMode="auto">
            <a:xfrm flipH="1">
              <a:off x="7977480" y="2408206"/>
              <a:ext cx="152312" cy="15403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121" name="Straight Connector 37">
              <a:extLst>
                <a:ext uri="{FF2B5EF4-FFF2-40B4-BE49-F238E27FC236}">
                  <a16:creationId xmlns:a16="http://schemas.microsoft.com/office/drawing/2014/main" id="{A8E241CE-E04E-0741-BEA7-77B916434FA0}"/>
                </a:ext>
              </a:extLst>
            </p:cNvPr>
            <p:cNvCxnSpPr>
              <a:cxnSpLocks noChangeShapeType="1"/>
              <a:stCxn id="46118" idx="5"/>
              <a:endCxn id="46119" idx="1"/>
            </p:cNvCxnSpPr>
            <p:nvPr/>
          </p:nvCxnSpPr>
          <p:spPr bwMode="auto">
            <a:xfrm>
              <a:off x="7976994" y="2823820"/>
              <a:ext cx="153284" cy="15521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6099" name="Group 45">
            <a:extLst>
              <a:ext uri="{FF2B5EF4-FFF2-40B4-BE49-F238E27FC236}">
                <a16:creationId xmlns:a16="http://schemas.microsoft.com/office/drawing/2014/main" id="{D0332F73-F4D2-1C40-82F1-3761DF3DB14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55600" y="4086225"/>
            <a:ext cx="1169988" cy="1201738"/>
            <a:chOff x="322620" y="2244606"/>
            <a:chExt cx="1170712" cy="1202070"/>
          </a:xfrm>
        </p:grpSpPr>
        <p:sp>
          <p:nvSpPr>
            <p:cNvPr id="46112" name="Oval 40">
              <a:extLst>
                <a:ext uri="{FF2B5EF4-FFF2-40B4-BE49-F238E27FC236}">
                  <a16:creationId xmlns:a16="http://schemas.microsoft.com/office/drawing/2014/main" id="{D5BEBA09-1AA7-A443-9C4E-4E8E8C54C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000" y="2244606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sp>
          <p:nvSpPr>
            <p:cNvPr id="46113" name="Oval 41">
              <a:extLst>
                <a:ext uri="{FF2B5EF4-FFF2-40B4-BE49-F238E27FC236}">
                  <a16:creationId xmlns:a16="http://schemas.microsoft.com/office/drawing/2014/main" id="{45180164-3393-A240-97CD-D062EA9A1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298" y="2665947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20</a:t>
              </a:r>
            </a:p>
          </p:txBody>
        </p:sp>
        <p:sp>
          <p:nvSpPr>
            <p:cNvPr id="46114" name="Oval 42">
              <a:extLst>
                <a:ext uri="{FF2B5EF4-FFF2-40B4-BE49-F238E27FC236}">
                  <a16:creationId xmlns:a16="http://schemas.microsoft.com/office/drawing/2014/main" id="{20C1C55C-744A-8441-B838-07DAB1788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620" y="3077344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30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EA163B0-7C6C-4B47-BE4D-A167298D1B81}"/>
                </a:ext>
              </a:extLst>
            </p:cNvPr>
            <p:cNvCxnSpPr>
              <a:stCxn id="46112" idx="3"/>
              <a:endCxn id="46113" idx="7"/>
            </p:cNvCxnSpPr>
            <p:nvPr/>
          </p:nvCxnSpPr>
          <p:spPr bwMode="auto">
            <a:xfrm flipH="1">
              <a:off x="1035849" y="2560606"/>
              <a:ext cx="142963" cy="15879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116" name="Straight Connector 44">
              <a:extLst>
                <a:ext uri="{FF2B5EF4-FFF2-40B4-BE49-F238E27FC236}">
                  <a16:creationId xmlns:a16="http://schemas.microsoft.com/office/drawing/2014/main" id="{01F17A7D-7805-7C4B-95DA-2E9302A1CD61}"/>
                </a:ext>
              </a:extLst>
            </p:cNvPr>
            <p:cNvCxnSpPr>
              <a:cxnSpLocks noChangeShapeType="1"/>
              <a:stCxn id="46113" idx="3"/>
              <a:endCxn id="46114" idx="7"/>
            </p:cNvCxnSpPr>
            <p:nvPr/>
          </p:nvCxnSpPr>
          <p:spPr bwMode="auto">
            <a:xfrm flipH="1">
              <a:off x="637865" y="2981192"/>
              <a:ext cx="136520" cy="15023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6100" name="Group 59">
            <a:extLst>
              <a:ext uri="{FF2B5EF4-FFF2-40B4-BE49-F238E27FC236}">
                <a16:creationId xmlns:a16="http://schemas.microsoft.com/office/drawing/2014/main" id="{2283BA70-4759-D546-9A37-42E39CF2DEF6}"/>
              </a:ext>
            </a:extLst>
          </p:cNvPr>
          <p:cNvGrpSpPr>
            <a:grpSpLocks/>
          </p:cNvGrpSpPr>
          <p:nvPr/>
        </p:nvGrpSpPr>
        <p:grpSpPr bwMode="auto">
          <a:xfrm>
            <a:off x="4100513" y="4170363"/>
            <a:ext cx="1082675" cy="790575"/>
            <a:chOff x="4262404" y="4086364"/>
            <a:chExt cx="1082630" cy="790673"/>
          </a:xfrm>
        </p:grpSpPr>
        <p:sp>
          <p:nvSpPr>
            <p:cNvPr id="46107" name="Oval 47">
              <a:extLst>
                <a:ext uri="{FF2B5EF4-FFF2-40B4-BE49-F238E27FC236}">
                  <a16:creationId xmlns:a16="http://schemas.microsoft.com/office/drawing/2014/main" id="{7B28899C-7FCE-5449-A418-B4EA78FC355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619053" y="4086364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20</a:t>
              </a:r>
            </a:p>
          </p:txBody>
        </p:sp>
        <p:sp>
          <p:nvSpPr>
            <p:cNvPr id="46108" name="Oval 48">
              <a:extLst>
                <a:ext uri="{FF2B5EF4-FFF2-40B4-BE49-F238E27FC236}">
                  <a16:creationId xmlns:a16="http://schemas.microsoft.com/office/drawing/2014/main" id="{DFF74FAF-6EF0-7E4E-BFD7-BFC349298BC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75702" y="450770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30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2D0031D-90A0-CD44-8153-4F3FD3802358}"/>
                </a:ext>
              </a:extLst>
            </p:cNvPr>
            <p:cNvCxnSpPr>
              <a:cxnSpLocks/>
              <a:stCxn id="46107" idx="3"/>
              <a:endCxn id="46108" idx="0"/>
            </p:cNvCxnSpPr>
            <p:nvPr/>
          </p:nvCxnSpPr>
          <p:spPr bwMode="auto">
            <a:xfrm>
              <a:off x="4933888" y="4402315"/>
              <a:ext cx="227004" cy="1047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110" name="Oval 53">
              <a:extLst>
                <a:ext uri="{FF2B5EF4-FFF2-40B4-BE49-F238E27FC236}">
                  <a16:creationId xmlns:a16="http://schemas.microsoft.com/office/drawing/2014/main" id="{207196A3-644F-8B47-A877-F07ACFB97CE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262404" y="450770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4C673DE-D81E-7D4F-BBBD-F34575B5110B}"/>
                </a:ext>
              </a:extLst>
            </p:cNvPr>
            <p:cNvCxnSpPr>
              <a:cxnSpLocks/>
              <a:stCxn id="46107" idx="5"/>
              <a:endCxn id="46110" idx="0"/>
            </p:cNvCxnSpPr>
            <p:nvPr/>
          </p:nvCxnSpPr>
          <p:spPr bwMode="auto">
            <a:xfrm flipH="1">
              <a:off x="4446546" y="4402315"/>
              <a:ext cx="227003" cy="1047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6101" name="Group 60">
            <a:extLst>
              <a:ext uri="{FF2B5EF4-FFF2-40B4-BE49-F238E27FC236}">
                <a16:creationId xmlns:a16="http://schemas.microsoft.com/office/drawing/2014/main" id="{E6E1F3DB-B454-5449-B90E-EBA65A375F22}"/>
              </a:ext>
            </a:extLst>
          </p:cNvPr>
          <p:cNvGrpSpPr>
            <a:grpSpLocks/>
          </p:cNvGrpSpPr>
          <p:nvPr/>
        </p:nvGrpSpPr>
        <p:grpSpPr bwMode="auto">
          <a:xfrm>
            <a:off x="7670800" y="4170363"/>
            <a:ext cx="1082675" cy="790575"/>
            <a:chOff x="4262404" y="4086364"/>
            <a:chExt cx="1082630" cy="790673"/>
          </a:xfrm>
        </p:grpSpPr>
        <p:sp>
          <p:nvSpPr>
            <p:cNvPr id="46102" name="Oval 61">
              <a:extLst>
                <a:ext uri="{FF2B5EF4-FFF2-40B4-BE49-F238E27FC236}">
                  <a16:creationId xmlns:a16="http://schemas.microsoft.com/office/drawing/2014/main" id="{B52118B1-128E-0E40-8D5B-41AF6FAC54E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619053" y="4086364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20</a:t>
              </a:r>
            </a:p>
          </p:txBody>
        </p:sp>
        <p:sp>
          <p:nvSpPr>
            <p:cNvPr id="46103" name="Oval 62">
              <a:extLst>
                <a:ext uri="{FF2B5EF4-FFF2-40B4-BE49-F238E27FC236}">
                  <a16:creationId xmlns:a16="http://schemas.microsoft.com/office/drawing/2014/main" id="{46BF7AB5-A3A6-E946-987A-B87AB663450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75702" y="450770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30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4DAC475-01B5-824A-913A-E05CBBF18B75}"/>
                </a:ext>
              </a:extLst>
            </p:cNvPr>
            <p:cNvCxnSpPr>
              <a:cxnSpLocks/>
              <a:stCxn id="46102" idx="3"/>
              <a:endCxn id="46103" idx="0"/>
            </p:cNvCxnSpPr>
            <p:nvPr/>
          </p:nvCxnSpPr>
          <p:spPr bwMode="auto">
            <a:xfrm>
              <a:off x="4933889" y="4402315"/>
              <a:ext cx="227003" cy="1047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105" name="Oval 64">
              <a:extLst>
                <a:ext uri="{FF2B5EF4-FFF2-40B4-BE49-F238E27FC236}">
                  <a16:creationId xmlns:a16="http://schemas.microsoft.com/office/drawing/2014/main" id="{85BBE524-1323-3A43-B2B5-AF96FFC0368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262404" y="450770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9AFD389-8E14-9C4A-8E78-B254653A5F24}"/>
                </a:ext>
              </a:extLst>
            </p:cNvPr>
            <p:cNvCxnSpPr>
              <a:cxnSpLocks/>
              <a:stCxn id="46102" idx="5"/>
              <a:endCxn id="46105" idx="0"/>
            </p:cNvCxnSpPr>
            <p:nvPr/>
          </p:nvCxnSpPr>
          <p:spPr bwMode="auto">
            <a:xfrm flipH="1">
              <a:off x="4446546" y="4402315"/>
              <a:ext cx="227004" cy="1047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3">
            <a:extLst>
              <a:ext uri="{FF2B5EF4-FFF2-40B4-BE49-F238E27FC236}">
                <a16:creationId xmlns:a16="http://schemas.microsoft.com/office/drawing/2014/main" id="{AD46A472-93B9-EA49-9BCF-E9EECC0EE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765175"/>
            <a:ext cx="2573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Tres claves:  30, 20, 10</a:t>
            </a:r>
            <a:endParaRPr lang="en-US" altLang="en-US"/>
          </a:p>
        </p:txBody>
      </p:sp>
      <p:sp>
        <p:nvSpPr>
          <p:cNvPr id="46082" name="Rectangle 4">
            <a:extLst>
              <a:ext uri="{FF2B5EF4-FFF2-40B4-BE49-F238E27FC236}">
                <a16:creationId xmlns:a16="http://schemas.microsoft.com/office/drawing/2014/main" id="{2B1EB1B8-01D8-5B48-B9F1-54E2E68AA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1652588"/>
            <a:ext cx="1209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30, 20, 10</a:t>
            </a:r>
            <a:endParaRPr lang="en-US" altLang="en-US"/>
          </a:p>
        </p:txBody>
      </p:sp>
      <p:sp>
        <p:nvSpPr>
          <p:cNvPr id="46083" name="Rectangle 5">
            <a:extLst>
              <a:ext uri="{FF2B5EF4-FFF2-40B4-BE49-F238E27FC236}">
                <a16:creationId xmlns:a16="http://schemas.microsoft.com/office/drawing/2014/main" id="{092921E8-7222-284B-9B72-ACDC4EF93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5425" y="1652588"/>
            <a:ext cx="1211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30, 10, 20</a:t>
            </a:r>
            <a:endParaRPr lang="en-US" altLang="en-US"/>
          </a:p>
        </p:txBody>
      </p:sp>
      <p:sp>
        <p:nvSpPr>
          <p:cNvPr id="46084" name="Rectangle 6">
            <a:extLst>
              <a:ext uri="{FF2B5EF4-FFF2-40B4-BE49-F238E27FC236}">
                <a16:creationId xmlns:a16="http://schemas.microsoft.com/office/drawing/2014/main" id="{2570E018-8ABF-7E4A-9399-FF7DE85EB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1652588"/>
            <a:ext cx="12112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10, 30, 20</a:t>
            </a:r>
            <a:endParaRPr lang="en-US" altLang="en-US"/>
          </a:p>
        </p:txBody>
      </p:sp>
      <p:sp>
        <p:nvSpPr>
          <p:cNvPr id="46085" name="Rectangle 7">
            <a:extLst>
              <a:ext uri="{FF2B5EF4-FFF2-40B4-BE49-F238E27FC236}">
                <a16:creationId xmlns:a16="http://schemas.microsoft.com/office/drawing/2014/main" id="{D1F8E925-9B9C-4245-AF84-B473C98B5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3716338"/>
            <a:ext cx="1209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10, 20, 30</a:t>
            </a:r>
            <a:endParaRPr lang="en-US" altLang="en-US"/>
          </a:p>
        </p:txBody>
      </p:sp>
      <p:sp>
        <p:nvSpPr>
          <p:cNvPr id="46086" name="Rectangle 8">
            <a:extLst>
              <a:ext uri="{FF2B5EF4-FFF2-40B4-BE49-F238E27FC236}">
                <a16:creationId xmlns:a16="http://schemas.microsoft.com/office/drawing/2014/main" id="{A94FEDC2-68DB-E648-83C5-3A8B7D3F3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5425" y="3716338"/>
            <a:ext cx="1211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20, 10, 30</a:t>
            </a:r>
            <a:endParaRPr lang="en-US" altLang="en-US"/>
          </a:p>
        </p:txBody>
      </p:sp>
      <p:sp>
        <p:nvSpPr>
          <p:cNvPr id="46087" name="Rectangle 9">
            <a:extLst>
              <a:ext uri="{FF2B5EF4-FFF2-40B4-BE49-F238E27FC236}">
                <a16:creationId xmlns:a16="http://schemas.microsoft.com/office/drawing/2014/main" id="{C156B10D-C76E-374C-A8AF-F29FFFF05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3716338"/>
            <a:ext cx="12112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20, 30, 10</a:t>
            </a:r>
            <a:endParaRPr lang="en-US" altLang="en-US"/>
          </a:p>
        </p:txBody>
      </p:sp>
      <p:sp>
        <p:nvSpPr>
          <p:cNvPr id="46088" name="Oval 1">
            <a:extLst>
              <a:ext uri="{FF2B5EF4-FFF2-40B4-BE49-F238E27FC236}">
                <a16:creationId xmlns:a16="http://schemas.microsoft.com/office/drawing/2014/main" id="{197CAF37-022C-5542-9A83-680CB6281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092325"/>
            <a:ext cx="369888" cy="3698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30</a:t>
            </a:r>
          </a:p>
        </p:txBody>
      </p:sp>
      <p:sp>
        <p:nvSpPr>
          <p:cNvPr id="46089" name="Oval 10">
            <a:extLst>
              <a:ext uri="{FF2B5EF4-FFF2-40B4-BE49-F238E27FC236}">
                <a16:creationId xmlns:a16="http://schemas.microsoft.com/office/drawing/2014/main" id="{5B0189E7-06AA-CF4B-84D3-EE1AB0610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" y="2513013"/>
            <a:ext cx="368300" cy="369887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20</a:t>
            </a:r>
          </a:p>
        </p:txBody>
      </p:sp>
      <p:sp>
        <p:nvSpPr>
          <p:cNvPr id="46090" name="Oval 11">
            <a:extLst>
              <a:ext uri="{FF2B5EF4-FFF2-40B4-BE49-F238E27FC236}">
                <a16:creationId xmlns:a16="http://schemas.microsoft.com/office/drawing/2014/main" id="{76D18C97-90F1-C144-BC4C-DAA713940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3" y="2924175"/>
            <a:ext cx="369887" cy="3698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10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307B69-BB51-E748-AA8B-117CA0C0EEA4}"/>
              </a:ext>
            </a:extLst>
          </p:cNvPr>
          <p:cNvCxnSpPr>
            <a:stCxn id="46088" idx="3"/>
            <a:endCxn id="46089" idx="7"/>
          </p:cNvCxnSpPr>
          <p:nvPr/>
        </p:nvCxnSpPr>
        <p:spPr bwMode="auto">
          <a:xfrm flipH="1">
            <a:off x="882650" y="2408238"/>
            <a:ext cx="142875" cy="158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092" name="Straight Connector 14">
            <a:extLst>
              <a:ext uri="{FF2B5EF4-FFF2-40B4-BE49-F238E27FC236}">
                <a16:creationId xmlns:a16="http://schemas.microsoft.com/office/drawing/2014/main" id="{FEE0E75D-9C91-0948-8778-41FC78A39682}"/>
              </a:ext>
            </a:extLst>
          </p:cNvPr>
          <p:cNvCxnSpPr>
            <a:cxnSpLocks noChangeShapeType="1"/>
            <a:stCxn id="46089" idx="3"/>
            <a:endCxn id="46090" idx="7"/>
          </p:cNvCxnSpPr>
          <p:nvPr/>
        </p:nvCxnSpPr>
        <p:spPr bwMode="auto">
          <a:xfrm flipH="1">
            <a:off x="485775" y="2828925"/>
            <a:ext cx="136525" cy="150813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093" name="Oval 20">
            <a:extLst>
              <a:ext uri="{FF2B5EF4-FFF2-40B4-BE49-F238E27FC236}">
                <a16:creationId xmlns:a16="http://schemas.microsoft.com/office/drawing/2014/main" id="{80BE6E66-0CB9-854D-8924-765703703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338" y="2092325"/>
            <a:ext cx="369887" cy="3698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30</a:t>
            </a:r>
          </a:p>
        </p:txBody>
      </p:sp>
      <p:sp>
        <p:nvSpPr>
          <p:cNvPr id="46094" name="Oval 21">
            <a:extLst>
              <a:ext uri="{FF2B5EF4-FFF2-40B4-BE49-F238E27FC236}">
                <a16:creationId xmlns:a16="http://schemas.microsoft.com/office/drawing/2014/main" id="{7779006C-1767-EB4E-A623-7551135A2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0" y="2508250"/>
            <a:ext cx="369888" cy="3698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10</a:t>
            </a:r>
          </a:p>
        </p:txBody>
      </p:sp>
      <p:sp>
        <p:nvSpPr>
          <p:cNvPr id="46095" name="Oval 22">
            <a:extLst>
              <a:ext uri="{FF2B5EF4-FFF2-40B4-BE49-F238E27FC236}">
                <a16:creationId xmlns:a16="http://schemas.microsoft.com/office/drawing/2014/main" id="{94AC42CC-A1CC-CF49-A9D8-5C6BD4C28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338" y="2924175"/>
            <a:ext cx="369887" cy="3698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20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BA1EA16-CE68-3045-B970-64ED2AE2EDB1}"/>
              </a:ext>
            </a:extLst>
          </p:cNvPr>
          <p:cNvCxnSpPr>
            <a:stCxn id="46093" idx="3"/>
            <a:endCxn id="46094" idx="7"/>
          </p:cNvCxnSpPr>
          <p:nvPr/>
        </p:nvCxnSpPr>
        <p:spPr bwMode="auto">
          <a:xfrm flipH="1">
            <a:off x="4379913" y="2408238"/>
            <a:ext cx="152400" cy="1539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097" name="Straight Connector 24">
            <a:extLst>
              <a:ext uri="{FF2B5EF4-FFF2-40B4-BE49-F238E27FC236}">
                <a16:creationId xmlns:a16="http://schemas.microsoft.com/office/drawing/2014/main" id="{60F4C12F-236C-6648-98CC-CFACA06EC3DD}"/>
              </a:ext>
            </a:extLst>
          </p:cNvPr>
          <p:cNvCxnSpPr>
            <a:cxnSpLocks noChangeShapeType="1"/>
            <a:stCxn id="46094" idx="5"/>
            <a:endCxn id="46095" idx="1"/>
          </p:cNvCxnSpPr>
          <p:nvPr/>
        </p:nvCxnSpPr>
        <p:spPr bwMode="auto">
          <a:xfrm>
            <a:off x="4379913" y="2824163"/>
            <a:ext cx="152400" cy="155575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6098" name="Group 38">
            <a:extLst>
              <a:ext uri="{FF2B5EF4-FFF2-40B4-BE49-F238E27FC236}">
                <a16:creationId xmlns:a16="http://schemas.microsoft.com/office/drawing/2014/main" id="{3EC1FFC2-357A-5449-A10E-EB7EE15B900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869238" y="2092325"/>
            <a:ext cx="784225" cy="1201738"/>
            <a:chOff x="7661749" y="2092206"/>
            <a:chExt cx="783774" cy="1202070"/>
          </a:xfrm>
        </p:grpSpPr>
        <p:sp>
          <p:nvSpPr>
            <p:cNvPr id="46117" name="Oval 33">
              <a:extLst>
                <a:ext uri="{FF2B5EF4-FFF2-40B4-BE49-F238E27FC236}">
                  <a16:creationId xmlns:a16="http://schemas.microsoft.com/office/drawing/2014/main" id="{B98C57A8-E251-7443-B121-DE298DD30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6191" y="2092206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sp>
          <p:nvSpPr>
            <p:cNvPr id="46118" name="Oval 34">
              <a:extLst>
                <a:ext uri="{FF2B5EF4-FFF2-40B4-BE49-F238E27FC236}">
                  <a16:creationId xmlns:a16="http://schemas.microsoft.com/office/drawing/2014/main" id="{00E5F167-60FC-B24F-96E9-BF660ABDD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1749" y="250857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30</a:t>
              </a:r>
            </a:p>
          </p:txBody>
        </p:sp>
        <p:sp>
          <p:nvSpPr>
            <p:cNvPr id="46119" name="Oval 35">
              <a:extLst>
                <a:ext uri="{FF2B5EF4-FFF2-40B4-BE49-F238E27FC236}">
                  <a16:creationId xmlns:a16="http://schemas.microsoft.com/office/drawing/2014/main" id="{A06B1E77-519A-5F4F-ACF0-13FF6AF25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6191" y="2924944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20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694012F-0D4E-7D4E-8EBE-774E08A10C0D}"/>
                </a:ext>
              </a:extLst>
            </p:cNvPr>
            <p:cNvCxnSpPr>
              <a:stCxn id="46117" idx="3"/>
              <a:endCxn id="46118" idx="7"/>
            </p:cNvCxnSpPr>
            <p:nvPr/>
          </p:nvCxnSpPr>
          <p:spPr bwMode="auto">
            <a:xfrm flipH="1">
              <a:off x="7977480" y="2408206"/>
              <a:ext cx="152312" cy="15403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121" name="Straight Connector 37">
              <a:extLst>
                <a:ext uri="{FF2B5EF4-FFF2-40B4-BE49-F238E27FC236}">
                  <a16:creationId xmlns:a16="http://schemas.microsoft.com/office/drawing/2014/main" id="{A8E241CE-E04E-0741-BEA7-77B916434FA0}"/>
                </a:ext>
              </a:extLst>
            </p:cNvPr>
            <p:cNvCxnSpPr>
              <a:cxnSpLocks noChangeShapeType="1"/>
              <a:stCxn id="46118" idx="5"/>
              <a:endCxn id="46119" idx="1"/>
            </p:cNvCxnSpPr>
            <p:nvPr/>
          </p:nvCxnSpPr>
          <p:spPr bwMode="auto">
            <a:xfrm>
              <a:off x="7976994" y="2823820"/>
              <a:ext cx="153284" cy="15521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6099" name="Group 45">
            <a:extLst>
              <a:ext uri="{FF2B5EF4-FFF2-40B4-BE49-F238E27FC236}">
                <a16:creationId xmlns:a16="http://schemas.microsoft.com/office/drawing/2014/main" id="{D0332F73-F4D2-1C40-82F1-3761DF3DB14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55600" y="4086225"/>
            <a:ext cx="1169988" cy="1201738"/>
            <a:chOff x="322620" y="2244606"/>
            <a:chExt cx="1170712" cy="1202070"/>
          </a:xfrm>
        </p:grpSpPr>
        <p:sp>
          <p:nvSpPr>
            <p:cNvPr id="46112" name="Oval 40">
              <a:extLst>
                <a:ext uri="{FF2B5EF4-FFF2-40B4-BE49-F238E27FC236}">
                  <a16:creationId xmlns:a16="http://schemas.microsoft.com/office/drawing/2014/main" id="{D5BEBA09-1AA7-A443-9C4E-4E8E8C54C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000" y="2244606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sp>
          <p:nvSpPr>
            <p:cNvPr id="46113" name="Oval 41">
              <a:extLst>
                <a:ext uri="{FF2B5EF4-FFF2-40B4-BE49-F238E27FC236}">
                  <a16:creationId xmlns:a16="http://schemas.microsoft.com/office/drawing/2014/main" id="{45180164-3393-A240-97CD-D062EA9A1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298" y="2665947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20</a:t>
              </a:r>
            </a:p>
          </p:txBody>
        </p:sp>
        <p:sp>
          <p:nvSpPr>
            <p:cNvPr id="46114" name="Oval 42">
              <a:extLst>
                <a:ext uri="{FF2B5EF4-FFF2-40B4-BE49-F238E27FC236}">
                  <a16:creationId xmlns:a16="http://schemas.microsoft.com/office/drawing/2014/main" id="{20C1C55C-744A-8441-B838-07DAB1788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620" y="3077344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30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EA163B0-7C6C-4B47-BE4D-A167298D1B81}"/>
                </a:ext>
              </a:extLst>
            </p:cNvPr>
            <p:cNvCxnSpPr>
              <a:stCxn id="46112" idx="3"/>
              <a:endCxn id="46113" idx="7"/>
            </p:cNvCxnSpPr>
            <p:nvPr/>
          </p:nvCxnSpPr>
          <p:spPr bwMode="auto">
            <a:xfrm flipH="1">
              <a:off x="1035849" y="2560606"/>
              <a:ext cx="142963" cy="15879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116" name="Straight Connector 44">
              <a:extLst>
                <a:ext uri="{FF2B5EF4-FFF2-40B4-BE49-F238E27FC236}">
                  <a16:creationId xmlns:a16="http://schemas.microsoft.com/office/drawing/2014/main" id="{01F17A7D-7805-7C4B-95DA-2E9302A1CD61}"/>
                </a:ext>
              </a:extLst>
            </p:cNvPr>
            <p:cNvCxnSpPr>
              <a:cxnSpLocks noChangeShapeType="1"/>
              <a:stCxn id="46113" idx="3"/>
              <a:endCxn id="46114" idx="7"/>
            </p:cNvCxnSpPr>
            <p:nvPr/>
          </p:nvCxnSpPr>
          <p:spPr bwMode="auto">
            <a:xfrm flipH="1">
              <a:off x="637865" y="2981192"/>
              <a:ext cx="136520" cy="15023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6100" name="Group 59">
            <a:extLst>
              <a:ext uri="{FF2B5EF4-FFF2-40B4-BE49-F238E27FC236}">
                <a16:creationId xmlns:a16="http://schemas.microsoft.com/office/drawing/2014/main" id="{2283BA70-4759-D546-9A37-42E39CF2DEF6}"/>
              </a:ext>
            </a:extLst>
          </p:cNvPr>
          <p:cNvGrpSpPr>
            <a:grpSpLocks/>
          </p:cNvGrpSpPr>
          <p:nvPr/>
        </p:nvGrpSpPr>
        <p:grpSpPr bwMode="auto">
          <a:xfrm>
            <a:off x="4100513" y="4170363"/>
            <a:ext cx="1082675" cy="790575"/>
            <a:chOff x="4262404" y="4086364"/>
            <a:chExt cx="1082630" cy="790673"/>
          </a:xfrm>
        </p:grpSpPr>
        <p:sp>
          <p:nvSpPr>
            <p:cNvPr id="46107" name="Oval 47">
              <a:extLst>
                <a:ext uri="{FF2B5EF4-FFF2-40B4-BE49-F238E27FC236}">
                  <a16:creationId xmlns:a16="http://schemas.microsoft.com/office/drawing/2014/main" id="{7B28899C-7FCE-5449-A418-B4EA78FC355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619053" y="4086364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20</a:t>
              </a:r>
            </a:p>
          </p:txBody>
        </p:sp>
        <p:sp>
          <p:nvSpPr>
            <p:cNvPr id="46108" name="Oval 48">
              <a:extLst>
                <a:ext uri="{FF2B5EF4-FFF2-40B4-BE49-F238E27FC236}">
                  <a16:creationId xmlns:a16="http://schemas.microsoft.com/office/drawing/2014/main" id="{DFF74FAF-6EF0-7E4E-BFD7-BFC349298BC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75702" y="450770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30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2D0031D-90A0-CD44-8153-4F3FD3802358}"/>
                </a:ext>
              </a:extLst>
            </p:cNvPr>
            <p:cNvCxnSpPr>
              <a:cxnSpLocks/>
              <a:stCxn id="46107" idx="3"/>
              <a:endCxn id="46108" idx="0"/>
            </p:cNvCxnSpPr>
            <p:nvPr/>
          </p:nvCxnSpPr>
          <p:spPr bwMode="auto">
            <a:xfrm>
              <a:off x="4933888" y="4402315"/>
              <a:ext cx="227004" cy="1047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110" name="Oval 53">
              <a:extLst>
                <a:ext uri="{FF2B5EF4-FFF2-40B4-BE49-F238E27FC236}">
                  <a16:creationId xmlns:a16="http://schemas.microsoft.com/office/drawing/2014/main" id="{207196A3-644F-8B47-A877-F07ACFB97CE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262404" y="450770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4C673DE-D81E-7D4F-BBBD-F34575B5110B}"/>
                </a:ext>
              </a:extLst>
            </p:cNvPr>
            <p:cNvCxnSpPr>
              <a:cxnSpLocks/>
              <a:stCxn id="46107" idx="5"/>
              <a:endCxn id="46110" idx="0"/>
            </p:cNvCxnSpPr>
            <p:nvPr/>
          </p:nvCxnSpPr>
          <p:spPr bwMode="auto">
            <a:xfrm flipH="1">
              <a:off x="4446546" y="4402315"/>
              <a:ext cx="227003" cy="1047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6101" name="Group 60">
            <a:extLst>
              <a:ext uri="{FF2B5EF4-FFF2-40B4-BE49-F238E27FC236}">
                <a16:creationId xmlns:a16="http://schemas.microsoft.com/office/drawing/2014/main" id="{E6E1F3DB-B454-5449-B90E-EBA65A375F22}"/>
              </a:ext>
            </a:extLst>
          </p:cNvPr>
          <p:cNvGrpSpPr>
            <a:grpSpLocks/>
          </p:cNvGrpSpPr>
          <p:nvPr/>
        </p:nvGrpSpPr>
        <p:grpSpPr bwMode="auto">
          <a:xfrm>
            <a:off x="7670800" y="4170363"/>
            <a:ext cx="1082675" cy="790575"/>
            <a:chOff x="4262404" y="4086364"/>
            <a:chExt cx="1082630" cy="790673"/>
          </a:xfrm>
        </p:grpSpPr>
        <p:sp>
          <p:nvSpPr>
            <p:cNvPr id="46102" name="Oval 61">
              <a:extLst>
                <a:ext uri="{FF2B5EF4-FFF2-40B4-BE49-F238E27FC236}">
                  <a16:creationId xmlns:a16="http://schemas.microsoft.com/office/drawing/2014/main" id="{B52118B1-128E-0E40-8D5B-41AF6FAC54E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619053" y="4086364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20</a:t>
              </a:r>
            </a:p>
          </p:txBody>
        </p:sp>
        <p:sp>
          <p:nvSpPr>
            <p:cNvPr id="46103" name="Oval 62">
              <a:extLst>
                <a:ext uri="{FF2B5EF4-FFF2-40B4-BE49-F238E27FC236}">
                  <a16:creationId xmlns:a16="http://schemas.microsoft.com/office/drawing/2014/main" id="{46BF7AB5-A3A6-E946-987A-B87AB663450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75702" y="450770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30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4DAC475-01B5-824A-913A-E05CBBF18B75}"/>
                </a:ext>
              </a:extLst>
            </p:cNvPr>
            <p:cNvCxnSpPr>
              <a:cxnSpLocks/>
              <a:stCxn id="46102" idx="3"/>
              <a:endCxn id="46103" idx="0"/>
            </p:cNvCxnSpPr>
            <p:nvPr/>
          </p:nvCxnSpPr>
          <p:spPr bwMode="auto">
            <a:xfrm>
              <a:off x="4933889" y="4402315"/>
              <a:ext cx="227003" cy="1047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105" name="Oval 64">
              <a:extLst>
                <a:ext uri="{FF2B5EF4-FFF2-40B4-BE49-F238E27FC236}">
                  <a16:creationId xmlns:a16="http://schemas.microsoft.com/office/drawing/2014/main" id="{85BBE524-1323-3A43-B2B5-AF96FFC0368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262404" y="450770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9AFD389-8E14-9C4A-8E78-B254653A5F24}"/>
                </a:ext>
              </a:extLst>
            </p:cNvPr>
            <p:cNvCxnSpPr>
              <a:cxnSpLocks/>
              <a:stCxn id="46102" idx="5"/>
              <a:endCxn id="46105" idx="0"/>
            </p:cNvCxnSpPr>
            <p:nvPr/>
          </p:nvCxnSpPr>
          <p:spPr bwMode="auto">
            <a:xfrm flipH="1">
              <a:off x="4446546" y="4402315"/>
              <a:ext cx="227004" cy="1047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026" name="Picture 2" descr="Ok icon">
            <a:extLst>
              <a:ext uri="{FF2B5EF4-FFF2-40B4-BE49-F238E27FC236}">
                <a16:creationId xmlns:a16="http://schemas.microsoft.com/office/drawing/2014/main" id="{9DA03049-63D4-4EE9-993E-D1E10B2AC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614" y="5096477"/>
            <a:ext cx="643334" cy="643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Ok icon">
            <a:extLst>
              <a:ext uri="{FF2B5EF4-FFF2-40B4-BE49-F238E27FC236}">
                <a16:creationId xmlns:a16="http://schemas.microsoft.com/office/drawing/2014/main" id="{BE23CD4F-4EBD-4EB7-BFF8-AB86701A0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0470" y="5096477"/>
            <a:ext cx="643334" cy="643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5252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3">
            <a:extLst>
              <a:ext uri="{FF2B5EF4-FFF2-40B4-BE49-F238E27FC236}">
                <a16:creationId xmlns:a16="http://schemas.microsoft.com/office/drawing/2014/main" id="{AD545CF7-F5DF-C747-9B75-2B3C457CB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765175"/>
            <a:ext cx="2573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Tres claves:  30, 20, 10</a:t>
            </a:r>
            <a:endParaRPr lang="en-US" altLang="en-US"/>
          </a:p>
        </p:txBody>
      </p:sp>
      <p:sp>
        <p:nvSpPr>
          <p:cNvPr id="47106" name="Rectangle 4">
            <a:extLst>
              <a:ext uri="{FF2B5EF4-FFF2-40B4-BE49-F238E27FC236}">
                <a16:creationId xmlns:a16="http://schemas.microsoft.com/office/drawing/2014/main" id="{9CAFD50B-4DA8-6043-BBF6-84A96EA5D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1652588"/>
            <a:ext cx="1209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30, 20, 10</a:t>
            </a:r>
            <a:endParaRPr lang="en-US" altLang="en-US"/>
          </a:p>
        </p:txBody>
      </p:sp>
      <p:sp>
        <p:nvSpPr>
          <p:cNvPr id="47107" name="Rectangle 5">
            <a:extLst>
              <a:ext uri="{FF2B5EF4-FFF2-40B4-BE49-F238E27FC236}">
                <a16:creationId xmlns:a16="http://schemas.microsoft.com/office/drawing/2014/main" id="{6DB1144A-897A-654C-B321-69466BF78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5425" y="1652588"/>
            <a:ext cx="1211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30, 10, 20</a:t>
            </a:r>
            <a:endParaRPr lang="en-US" altLang="en-US"/>
          </a:p>
        </p:txBody>
      </p:sp>
      <p:sp>
        <p:nvSpPr>
          <p:cNvPr id="47108" name="Rectangle 6">
            <a:extLst>
              <a:ext uri="{FF2B5EF4-FFF2-40B4-BE49-F238E27FC236}">
                <a16:creationId xmlns:a16="http://schemas.microsoft.com/office/drawing/2014/main" id="{900318CF-F949-F549-9824-90F34A8D6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1652588"/>
            <a:ext cx="12112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10, 30, 20</a:t>
            </a:r>
            <a:endParaRPr lang="en-US" altLang="en-US"/>
          </a:p>
        </p:txBody>
      </p:sp>
      <p:sp>
        <p:nvSpPr>
          <p:cNvPr id="47109" name="Rectangle 7">
            <a:extLst>
              <a:ext uri="{FF2B5EF4-FFF2-40B4-BE49-F238E27FC236}">
                <a16:creationId xmlns:a16="http://schemas.microsoft.com/office/drawing/2014/main" id="{18205DED-F202-2E4C-AF44-5895C0290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3716338"/>
            <a:ext cx="1209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10, 20, 30</a:t>
            </a:r>
            <a:endParaRPr lang="en-US" altLang="en-US"/>
          </a:p>
        </p:txBody>
      </p:sp>
      <p:sp>
        <p:nvSpPr>
          <p:cNvPr id="47110" name="Rectangle 8">
            <a:extLst>
              <a:ext uri="{FF2B5EF4-FFF2-40B4-BE49-F238E27FC236}">
                <a16:creationId xmlns:a16="http://schemas.microsoft.com/office/drawing/2014/main" id="{61DCA199-B7B6-9B49-91FC-37256AE70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5425" y="3716338"/>
            <a:ext cx="1211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20, 10, 30</a:t>
            </a:r>
            <a:endParaRPr lang="en-US" altLang="en-US"/>
          </a:p>
        </p:txBody>
      </p:sp>
      <p:sp>
        <p:nvSpPr>
          <p:cNvPr id="47111" name="Rectangle 9">
            <a:extLst>
              <a:ext uri="{FF2B5EF4-FFF2-40B4-BE49-F238E27FC236}">
                <a16:creationId xmlns:a16="http://schemas.microsoft.com/office/drawing/2014/main" id="{A2660620-B23B-1347-B2F8-BB4C4E094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3716338"/>
            <a:ext cx="12112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20, 30, 10</a:t>
            </a:r>
            <a:endParaRPr lang="en-US" altLang="en-US"/>
          </a:p>
        </p:txBody>
      </p:sp>
      <p:sp>
        <p:nvSpPr>
          <p:cNvPr id="47112" name="Oval 1">
            <a:extLst>
              <a:ext uri="{FF2B5EF4-FFF2-40B4-BE49-F238E27FC236}">
                <a16:creationId xmlns:a16="http://schemas.microsoft.com/office/drawing/2014/main" id="{D7C204F5-17DC-7F42-B439-013E5266D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092325"/>
            <a:ext cx="369888" cy="369888"/>
          </a:xfrm>
          <a:prstGeom prst="ellipse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30</a:t>
            </a:r>
          </a:p>
        </p:txBody>
      </p:sp>
      <p:sp>
        <p:nvSpPr>
          <p:cNvPr id="47113" name="Oval 10">
            <a:extLst>
              <a:ext uri="{FF2B5EF4-FFF2-40B4-BE49-F238E27FC236}">
                <a16:creationId xmlns:a16="http://schemas.microsoft.com/office/drawing/2014/main" id="{9ABCAE1A-32EA-7F42-B80E-4FDB4684A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" y="2513013"/>
            <a:ext cx="368300" cy="369887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20</a:t>
            </a:r>
          </a:p>
        </p:txBody>
      </p:sp>
      <p:sp>
        <p:nvSpPr>
          <p:cNvPr id="47114" name="Oval 11">
            <a:extLst>
              <a:ext uri="{FF2B5EF4-FFF2-40B4-BE49-F238E27FC236}">
                <a16:creationId xmlns:a16="http://schemas.microsoft.com/office/drawing/2014/main" id="{3694BF8A-000D-124F-BD86-29AC09FD7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3" y="2924175"/>
            <a:ext cx="369887" cy="3698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10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307B69-BB51-E748-AA8B-117CA0C0EEA4}"/>
              </a:ext>
            </a:extLst>
          </p:cNvPr>
          <p:cNvCxnSpPr>
            <a:stCxn id="47112" idx="3"/>
            <a:endCxn id="47113" idx="7"/>
          </p:cNvCxnSpPr>
          <p:nvPr/>
        </p:nvCxnSpPr>
        <p:spPr bwMode="auto">
          <a:xfrm flipH="1">
            <a:off x="882650" y="2408238"/>
            <a:ext cx="142875" cy="158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116" name="Straight Connector 14">
            <a:extLst>
              <a:ext uri="{FF2B5EF4-FFF2-40B4-BE49-F238E27FC236}">
                <a16:creationId xmlns:a16="http://schemas.microsoft.com/office/drawing/2014/main" id="{D699A597-5685-AD49-9A90-650DD135284D}"/>
              </a:ext>
            </a:extLst>
          </p:cNvPr>
          <p:cNvCxnSpPr>
            <a:cxnSpLocks noChangeShapeType="1"/>
            <a:stCxn id="47113" idx="3"/>
            <a:endCxn id="47114" idx="7"/>
          </p:cNvCxnSpPr>
          <p:nvPr/>
        </p:nvCxnSpPr>
        <p:spPr bwMode="auto">
          <a:xfrm flipH="1">
            <a:off x="485775" y="2828925"/>
            <a:ext cx="136525" cy="150813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117" name="Oval 20">
            <a:extLst>
              <a:ext uri="{FF2B5EF4-FFF2-40B4-BE49-F238E27FC236}">
                <a16:creationId xmlns:a16="http://schemas.microsoft.com/office/drawing/2014/main" id="{04BCC66C-101F-E24D-998D-71AAB91B6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338" y="2092325"/>
            <a:ext cx="369887" cy="3698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30</a:t>
            </a:r>
          </a:p>
        </p:txBody>
      </p:sp>
      <p:sp>
        <p:nvSpPr>
          <p:cNvPr id="47118" name="Oval 21">
            <a:extLst>
              <a:ext uri="{FF2B5EF4-FFF2-40B4-BE49-F238E27FC236}">
                <a16:creationId xmlns:a16="http://schemas.microsoft.com/office/drawing/2014/main" id="{BCC761B0-F4E0-BA4A-81ED-A9D531393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0" y="2508250"/>
            <a:ext cx="369888" cy="3698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10</a:t>
            </a:r>
          </a:p>
        </p:txBody>
      </p:sp>
      <p:sp>
        <p:nvSpPr>
          <p:cNvPr id="47119" name="Oval 22">
            <a:extLst>
              <a:ext uri="{FF2B5EF4-FFF2-40B4-BE49-F238E27FC236}">
                <a16:creationId xmlns:a16="http://schemas.microsoft.com/office/drawing/2014/main" id="{95B70BF0-E657-3246-BA78-80D180715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338" y="2924175"/>
            <a:ext cx="369887" cy="3698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20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BA1EA16-CE68-3045-B970-64ED2AE2EDB1}"/>
              </a:ext>
            </a:extLst>
          </p:cNvPr>
          <p:cNvCxnSpPr>
            <a:stCxn id="47117" idx="3"/>
            <a:endCxn id="47118" idx="7"/>
          </p:cNvCxnSpPr>
          <p:nvPr/>
        </p:nvCxnSpPr>
        <p:spPr bwMode="auto">
          <a:xfrm flipH="1">
            <a:off x="4379913" y="2408238"/>
            <a:ext cx="152400" cy="1539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121" name="Straight Connector 24">
            <a:extLst>
              <a:ext uri="{FF2B5EF4-FFF2-40B4-BE49-F238E27FC236}">
                <a16:creationId xmlns:a16="http://schemas.microsoft.com/office/drawing/2014/main" id="{9ABCC135-C142-4F44-8232-713E77580766}"/>
              </a:ext>
            </a:extLst>
          </p:cNvPr>
          <p:cNvCxnSpPr>
            <a:cxnSpLocks noChangeShapeType="1"/>
            <a:stCxn id="47118" idx="5"/>
            <a:endCxn id="47119" idx="1"/>
          </p:cNvCxnSpPr>
          <p:nvPr/>
        </p:nvCxnSpPr>
        <p:spPr bwMode="auto">
          <a:xfrm>
            <a:off x="4379913" y="2824163"/>
            <a:ext cx="152400" cy="155575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7122" name="Group 38">
            <a:extLst>
              <a:ext uri="{FF2B5EF4-FFF2-40B4-BE49-F238E27FC236}">
                <a16:creationId xmlns:a16="http://schemas.microsoft.com/office/drawing/2014/main" id="{297E358C-200A-244E-8841-7EA0E7AE34D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869238" y="2092325"/>
            <a:ext cx="784225" cy="1201738"/>
            <a:chOff x="7661749" y="2092206"/>
            <a:chExt cx="783774" cy="1202070"/>
          </a:xfrm>
        </p:grpSpPr>
        <p:sp>
          <p:nvSpPr>
            <p:cNvPr id="47141" name="Oval 33">
              <a:extLst>
                <a:ext uri="{FF2B5EF4-FFF2-40B4-BE49-F238E27FC236}">
                  <a16:creationId xmlns:a16="http://schemas.microsoft.com/office/drawing/2014/main" id="{15333D8E-8359-0A49-9CBA-2A12B5089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6191" y="2092206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sp>
          <p:nvSpPr>
            <p:cNvPr id="47142" name="Oval 34">
              <a:extLst>
                <a:ext uri="{FF2B5EF4-FFF2-40B4-BE49-F238E27FC236}">
                  <a16:creationId xmlns:a16="http://schemas.microsoft.com/office/drawing/2014/main" id="{0E7E45FD-4EE2-554B-91D9-A189309467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1749" y="250857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30</a:t>
              </a:r>
            </a:p>
          </p:txBody>
        </p:sp>
        <p:sp>
          <p:nvSpPr>
            <p:cNvPr id="47143" name="Oval 35">
              <a:extLst>
                <a:ext uri="{FF2B5EF4-FFF2-40B4-BE49-F238E27FC236}">
                  <a16:creationId xmlns:a16="http://schemas.microsoft.com/office/drawing/2014/main" id="{9E98EDBC-1132-C447-B4BC-730BAC28BF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6191" y="2924944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20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694012F-0D4E-7D4E-8EBE-774E08A10C0D}"/>
                </a:ext>
              </a:extLst>
            </p:cNvPr>
            <p:cNvCxnSpPr>
              <a:stCxn id="47141" idx="3"/>
              <a:endCxn id="47142" idx="7"/>
            </p:cNvCxnSpPr>
            <p:nvPr/>
          </p:nvCxnSpPr>
          <p:spPr bwMode="auto">
            <a:xfrm flipH="1">
              <a:off x="7977480" y="2408206"/>
              <a:ext cx="152312" cy="15403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145" name="Straight Connector 37">
              <a:extLst>
                <a:ext uri="{FF2B5EF4-FFF2-40B4-BE49-F238E27FC236}">
                  <a16:creationId xmlns:a16="http://schemas.microsoft.com/office/drawing/2014/main" id="{71142290-D4A2-1840-83DF-B479C7BBFF4C}"/>
                </a:ext>
              </a:extLst>
            </p:cNvPr>
            <p:cNvCxnSpPr>
              <a:cxnSpLocks noChangeShapeType="1"/>
              <a:stCxn id="47142" idx="5"/>
              <a:endCxn id="47143" idx="1"/>
            </p:cNvCxnSpPr>
            <p:nvPr/>
          </p:nvCxnSpPr>
          <p:spPr bwMode="auto">
            <a:xfrm>
              <a:off x="7976994" y="2823820"/>
              <a:ext cx="153284" cy="15521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7123" name="Group 45">
            <a:extLst>
              <a:ext uri="{FF2B5EF4-FFF2-40B4-BE49-F238E27FC236}">
                <a16:creationId xmlns:a16="http://schemas.microsoft.com/office/drawing/2014/main" id="{087D9571-0E97-C646-964C-5C437CE282F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55600" y="4086225"/>
            <a:ext cx="1169988" cy="1201738"/>
            <a:chOff x="322620" y="2244606"/>
            <a:chExt cx="1170712" cy="1202070"/>
          </a:xfrm>
        </p:grpSpPr>
        <p:sp>
          <p:nvSpPr>
            <p:cNvPr id="47136" name="Oval 40">
              <a:extLst>
                <a:ext uri="{FF2B5EF4-FFF2-40B4-BE49-F238E27FC236}">
                  <a16:creationId xmlns:a16="http://schemas.microsoft.com/office/drawing/2014/main" id="{D17783EE-C424-F24E-A9E8-71F40D672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000" y="2244606"/>
              <a:ext cx="369332" cy="369332"/>
            </a:xfrm>
            <a:prstGeom prst="ellipse">
              <a:avLst/>
            </a:prstGeom>
            <a:solidFill>
              <a:srgbClr val="FFC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sp>
          <p:nvSpPr>
            <p:cNvPr id="47137" name="Oval 41">
              <a:extLst>
                <a:ext uri="{FF2B5EF4-FFF2-40B4-BE49-F238E27FC236}">
                  <a16:creationId xmlns:a16="http://schemas.microsoft.com/office/drawing/2014/main" id="{FE4A2596-9952-B848-9844-19702F744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298" y="2665947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20</a:t>
              </a:r>
            </a:p>
          </p:txBody>
        </p:sp>
        <p:sp>
          <p:nvSpPr>
            <p:cNvPr id="47138" name="Oval 42">
              <a:extLst>
                <a:ext uri="{FF2B5EF4-FFF2-40B4-BE49-F238E27FC236}">
                  <a16:creationId xmlns:a16="http://schemas.microsoft.com/office/drawing/2014/main" id="{8ABAB55C-FAB0-4148-B144-04B1D6B3C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620" y="3077344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30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EA163B0-7C6C-4B47-BE4D-A167298D1B81}"/>
                </a:ext>
              </a:extLst>
            </p:cNvPr>
            <p:cNvCxnSpPr>
              <a:stCxn id="47136" idx="3"/>
              <a:endCxn id="47137" idx="7"/>
            </p:cNvCxnSpPr>
            <p:nvPr/>
          </p:nvCxnSpPr>
          <p:spPr bwMode="auto">
            <a:xfrm flipH="1">
              <a:off x="1035849" y="2560606"/>
              <a:ext cx="142963" cy="15879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140" name="Straight Connector 44">
              <a:extLst>
                <a:ext uri="{FF2B5EF4-FFF2-40B4-BE49-F238E27FC236}">
                  <a16:creationId xmlns:a16="http://schemas.microsoft.com/office/drawing/2014/main" id="{53333CE2-4E8B-2147-A7A3-E922ACB74C7D}"/>
                </a:ext>
              </a:extLst>
            </p:cNvPr>
            <p:cNvCxnSpPr>
              <a:cxnSpLocks noChangeShapeType="1"/>
              <a:stCxn id="47137" idx="3"/>
              <a:endCxn id="47138" idx="7"/>
            </p:cNvCxnSpPr>
            <p:nvPr/>
          </p:nvCxnSpPr>
          <p:spPr bwMode="auto">
            <a:xfrm flipH="1">
              <a:off x="637865" y="2981192"/>
              <a:ext cx="136520" cy="15023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7124" name="Group 59">
            <a:extLst>
              <a:ext uri="{FF2B5EF4-FFF2-40B4-BE49-F238E27FC236}">
                <a16:creationId xmlns:a16="http://schemas.microsoft.com/office/drawing/2014/main" id="{0BE8AEE6-3164-E945-982A-4A4DE42F5BBE}"/>
              </a:ext>
            </a:extLst>
          </p:cNvPr>
          <p:cNvGrpSpPr>
            <a:grpSpLocks/>
          </p:cNvGrpSpPr>
          <p:nvPr/>
        </p:nvGrpSpPr>
        <p:grpSpPr bwMode="auto">
          <a:xfrm>
            <a:off x="4100513" y="4170363"/>
            <a:ext cx="1082675" cy="790575"/>
            <a:chOff x="4262404" y="4086364"/>
            <a:chExt cx="1082630" cy="790673"/>
          </a:xfrm>
        </p:grpSpPr>
        <p:sp>
          <p:nvSpPr>
            <p:cNvPr id="47131" name="Oval 47">
              <a:extLst>
                <a:ext uri="{FF2B5EF4-FFF2-40B4-BE49-F238E27FC236}">
                  <a16:creationId xmlns:a16="http://schemas.microsoft.com/office/drawing/2014/main" id="{8FB93FD8-1CF8-414B-84CD-FB6D792FFE4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619053" y="4086364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20</a:t>
              </a:r>
            </a:p>
          </p:txBody>
        </p:sp>
        <p:sp>
          <p:nvSpPr>
            <p:cNvPr id="47132" name="Oval 48">
              <a:extLst>
                <a:ext uri="{FF2B5EF4-FFF2-40B4-BE49-F238E27FC236}">
                  <a16:creationId xmlns:a16="http://schemas.microsoft.com/office/drawing/2014/main" id="{989F6FC0-4C53-1449-A8B2-58BD7699A5E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75702" y="450770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30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2D0031D-90A0-CD44-8153-4F3FD3802358}"/>
                </a:ext>
              </a:extLst>
            </p:cNvPr>
            <p:cNvCxnSpPr>
              <a:cxnSpLocks/>
              <a:stCxn id="47131" idx="3"/>
              <a:endCxn id="47132" idx="0"/>
            </p:cNvCxnSpPr>
            <p:nvPr/>
          </p:nvCxnSpPr>
          <p:spPr bwMode="auto">
            <a:xfrm>
              <a:off x="4933888" y="4402315"/>
              <a:ext cx="227004" cy="1047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134" name="Oval 53">
              <a:extLst>
                <a:ext uri="{FF2B5EF4-FFF2-40B4-BE49-F238E27FC236}">
                  <a16:creationId xmlns:a16="http://schemas.microsoft.com/office/drawing/2014/main" id="{3C2D052A-46BA-4E4C-89A0-3823C095098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262404" y="450770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4C673DE-D81E-7D4F-BBBD-F34575B5110B}"/>
                </a:ext>
              </a:extLst>
            </p:cNvPr>
            <p:cNvCxnSpPr>
              <a:cxnSpLocks/>
              <a:stCxn id="47131" idx="5"/>
              <a:endCxn id="47134" idx="0"/>
            </p:cNvCxnSpPr>
            <p:nvPr/>
          </p:nvCxnSpPr>
          <p:spPr bwMode="auto">
            <a:xfrm flipH="1">
              <a:off x="4446546" y="4402315"/>
              <a:ext cx="227003" cy="1047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7125" name="Group 60">
            <a:extLst>
              <a:ext uri="{FF2B5EF4-FFF2-40B4-BE49-F238E27FC236}">
                <a16:creationId xmlns:a16="http://schemas.microsoft.com/office/drawing/2014/main" id="{AC02E972-2889-FA47-B01F-96284E03A315}"/>
              </a:ext>
            </a:extLst>
          </p:cNvPr>
          <p:cNvGrpSpPr>
            <a:grpSpLocks/>
          </p:cNvGrpSpPr>
          <p:nvPr/>
        </p:nvGrpSpPr>
        <p:grpSpPr bwMode="auto">
          <a:xfrm>
            <a:off x="7670800" y="4170363"/>
            <a:ext cx="1082675" cy="790575"/>
            <a:chOff x="4262404" y="4086364"/>
            <a:chExt cx="1082630" cy="790673"/>
          </a:xfrm>
        </p:grpSpPr>
        <p:sp>
          <p:nvSpPr>
            <p:cNvPr id="47126" name="Oval 61">
              <a:extLst>
                <a:ext uri="{FF2B5EF4-FFF2-40B4-BE49-F238E27FC236}">
                  <a16:creationId xmlns:a16="http://schemas.microsoft.com/office/drawing/2014/main" id="{86703D72-545E-7642-9268-AD28F5AFB21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619053" y="4086364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20</a:t>
              </a:r>
            </a:p>
          </p:txBody>
        </p:sp>
        <p:sp>
          <p:nvSpPr>
            <p:cNvPr id="47127" name="Oval 62">
              <a:extLst>
                <a:ext uri="{FF2B5EF4-FFF2-40B4-BE49-F238E27FC236}">
                  <a16:creationId xmlns:a16="http://schemas.microsoft.com/office/drawing/2014/main" id="{9C91177C-0CC7-6542-93B4-5BC64B8AC6A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75702" y="450770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30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4DAC475-01B5-824A-913A-E05CBBF18B75}"/>
                </a:ext>
              </a:extLst>
            </p:cNvPr>
            <p:cNvCxnSpPr>
              <a:cxnSpLocks/>
              <a:stCxn id="47126" idx="3"/>
              <a:endCxn id="47127" idx="0"/>
            </p:cNvCxnSpPr>
            <p:nvPr/>
          </p:nvCxnSpPr>
          <p:spPr bwMode="auto">
            <a:xfrm>
              <a:off x="4933889" y="4402315"/>
              <a:ext cx="227003" cy="1047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129" name="Oval 64">
              <a:extLst>
                <a:ext uri="{FF2B5EF4-FFF2-40B4-BE49-F238E27FC236}">
                  <a16:creationId xmlns:a16="http://schemas.microsoft.com/office/drawing/2014/main" id="{D7C88948-2833-3343-AB8E-0DBE717703C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262404" y="450770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9AFD389-8E14-9C4A-8E78-B254653A5F24}"/>
                </a:ext>
              </a:extLst>
            </p:cNvPr>
            <p:cNvCxnSpPr>
              <a:cxnSpLocks/>
              <a:stCxn id="47126" idx="5"/>
              <a:endCxn id="47129" idx="0"/>
            </p:cNvCxnSpPr>
            <p:nvPr/>
          </p:nvCxnSpPr>
          <p:spPr bwMode="auto">
            <a:xfrm flipH="1">
              <a:off x="4446546" y="4402315"/>
              <a:ext cx="227004" cy="1047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3">
            <a:extLst>
              <a:ext uri="{FF2B5EF4-FFF2-40B4-BE49-F238E27FC236}">
                <a16:creationId xmlns:a16="http://schemas.microsoft.com/office/drawing/2014/main" id="{78C79E1D-63C3-C24C-BA6B-09C1DD239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765175"/>
            <a:ext cx="2573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Tres claves:  30, 20, 10</a:t>
            </a:r>
            <a:endParaRPr lang="en-US" altLang="en-US"/>
          </a:p>
        </p:txBody>
      </p:sp>
      <p:sp>
        <p:nvSpPr>
          <p:cNvPr id="48130" name="Rectangle 4">
            <a:extLst>
              <a:ext uri="{FF2B5EF4-FFF2-40B4-BE49-F238E27FC236}">
                <a16:creationId xmlns:a16="http://schemas.microsoft.com/office/drawing/2014/main" id="{0519DF8B-F7A4-0249-9B85-02F1E4D02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1652588"/>
            <a:ext cx="1209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30, 20, 10</a:t>
            </a:r>
            <a:endParaRPr lang="en-US" altLang="en-US"/>
          </a:p>
        </p:txBody>
      </p:sp>
      <p:sp>
        <p:nvSpPr>
          <p:cNvPr id="48131" name="Rectangle 5">
            <a:extLst>
              <a:ext uri="{FF2B5EF4-FFF2-40B4-BE49-F238E27FC236}">
                <a16:creationId xmlns:a16="http://schemas.microsoft.com/office/drawing/2014/main" id="{0EF97712-8AEA-9B4A-AAE2-29ACF9591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5425" y="1652588"/>
            <a:ext cx="1211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30, 10, 20</a:t>
            </a:r>
            <a:endParaRPr lang="en-US" altLang="en-US"/>
          </a:p>
        </p:txBody>
      </p:sp>
      <p:sp>
        <p:nvSpPr>
          <p:cNvPr id="48132" name="Rectangle 6">
            <a:extLst>
              <a:ext uri="{FF2B5EF4-FFF2-40B4-BE49-F238E27FC236}">
                <a16:creationId xmlns:a16="http://schemas.microsoft.com/office/drawing/2014/main" id="{3629BF0D-10B7-034E-9414-7159C317A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1652588"/>
            <a:ext cx="12112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10, 30, 20</a:t>
            </a:r>
            <a:endParaRPr lang="en-US" altLang="en-US"/>
          </a:p>
        </p:txBody>
      </p:sp>
      <p:sp>
        <p:nvSpPr>
          <p:cNvPr id="48133" name="Rectangle 7">
            <a:extLst>
              <a:ext uri="{FF2B5EF4-FFF2-40B4-BE49-F238E27FC236}">
                <a16:creationId xmlns:a16="http://schemas.microsoft.com/office/drawing/2014/main" id="{6B62794F-9384-A440-9180-CA31D4536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3716338"/>
            <a:ext cx="1209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10, 20, 30</a:t>
            </a:r>
            <a:endParaRPr lang="en-US" altLang="en-US"/>
          </a:p>
        </p:txBody>
      </p:sp>
      <p:sp>
        <p:nvSpPr>
          <p:cNvPr id="48134" name="Rectangle 8">
            <a:extLst>
              <a:ext uri="{FF2B5EF4-FFF2-40B4-BE49-F238E27FC236}">
                <a16:creationId xmlns:a16="http://schemas.microsoft.com/office/drawing/2014/main" id="{3E5BD4BF-8F05-E847-833B-C5EF7C69C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5425" y="3716338"/>
            <a:ext cx="1211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20, 10, 30</a:t>
            </a:r>
            <a:endParaRPr lang="en-US" altLang="en-US"/>
          </a:p>
        </p:txBody>
      </p:sp>
      <p:sp>
        <p:nvSpPr>
          <p:cNvPr id="48135" name="Rectangle 9">
            <a:extLst>
              <a:ext uri="{FF2B5EF4-FFF2-40B4-BE49-F238E27FC236}">
                <a16:creationId xmlns:a16="http://schemas.microsoft.com/office/drawing/2014/main" id="{0DD11DAD-6219-5444-BE4E-94D57B136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3716338"/>
            <a:ext cx="12112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20, 30, 10</a:t>
            </a:r>
            <a:endParaRPr lang="en-US" altLang="en-US"/>
          </a:p>
        </p:txBody>
      </p:sp>
      <p:sp>
        <p:nvSpPr>
          <p:cNvPr id="48136" name="Oval 1">
            <a:extLst>
              <a:ext uri="{FF2B5EF4-FFF2-40B4-BE49-F238E27FC236}">
                <a16:creationId xmlns:a16="http://schemas.microsoft.com/office/drawing/2014/main" id="{E29AD3F4-4C0B-D243-9AD0-1886BC80D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092325"/>
            <a:ext cx="369888" cy="369888"/>
          </a:xfrm>
          <a:prstGeom prst="ellipse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30</a:t>
            </a:r>
          </a:p>
        </p:txBody>
      </p:sp>
      <p:sp>
        <p:nvSpPr>
          <p:cNvPr id="48137" name="Oval 10">
            <a:extLst>
              <a:ext uri="{FF2B5EF4-FFF2-40B4-BE49-F238E27FC236}">
                <a16:creationId xmlns:a16="http://schemas.microsoft.com/office/drawing/2014/main" id="{9D9A7BBE-F26D-9B4C-841B-AEC1302C0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" y="2513013"/>
            <a:ext cx="368300" cy="369887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20</a:t>
            </a:r>
          </a:p>
        </p:txBody>
      </p:sp>
      <p:sp>
        <p:nvSpPr>
          <p:cNvPr id="48138" name="Oval 11">
            <a:extLst>
              <a:ext uri="{FF2B5EF4-FFF2-40B4-BE49-F238E27FC236}">
                <a16:creationId xmlns:a16="http://schemas.microsoft.com/office/drawing/2014/main" id="{DDAD89AD-0987-F649-ABE2-209D9EBA3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3" y="2924175"/>
            <a:ext cx="369887" cy="3698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10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307B69-BB51-E748-AA8B-117CA0C0EEA4}"/>
              </a:ext>
            </a:extLst>
          </p:cNvPr>
          <p:cNvCxnSpPr>
            <a:stCxn id="48136" idx="3"/>
            <a:endCxn id="48137" idx="7"/>
          </p:cNvCxnSpPr>
          <p:nvPr/>
        </p:nvCxnSpPr>
        <p:spPr bwMode="auto">
          <a:xfrm flipH="1">
            <a:off x="882650" y="2408238"/>
            <a:ext cx="142875" cy="158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140" name="Straight Connector 14">
            <a:extLst>
              <a:ext uri="{FF2B5EF4-FFF2-40B4-BE49-F238E27FC236}">
                <a16:creationId xmlns:a16="http://schemas.microsoft.com/office/drawing/2014/main" id="{C3C4B0DB-F934-0B47-B522-278E0B3F0BD1}"/>
              </a:ext>
            </a:extLst>
          </p:cNvPr>
          <p:cNvCxnSpPr>
            <a:cxnSpLocks noChangeShapeType="1"/>
            <a:stCxn id="48137" idx="3"/>
            <a:endCxn id="48138" idx="7"/>
          </p:cNvCxnSpPr>
          <p:nvPr/>
        </p:nvCxnSpPr>
        <p:spPr bwMode="auto">
          <a:xfrm flipH="1">
            <a:off x="485775" y="2828925"/>
            <a:ext cx="136525" cy="150813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141" name="Oval 20">
            <a:extLst>
              <a:ext uri="{FF2B5EF4-FFF2-40B4-BE49-F238E27FC236}">
                <a16:creationId xmlns:a16="http://schemas.microsoft.com/office/drawing/2014/main" id="{AFBE70D3-8842-924C-BD20-D119F1053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338" y="2092325"/>
            <a:ext cx="369887" cy="3698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30</a:t>
            </a:r>
          </a:p>
        </p:txBody>
      </p:sp>
      <p:sp>
        <p:nvSpPr>
          <p:cNvPr id="48142" name="Oval 21">
            <a:extLst>
              <a:ext uri="{FF2B5EF4-FFF2-40B4-BE49-F238E27FC236}">
                <a16:creationId xmlns:a16="http://schemas.microsoft.com/office/drawing/2014/main" id="{39418053-AB4E-BB4B-BA61-E4E5E9B64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0" y="2508250"/>
            <a:ext cx="369888" cy="3698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10</a:t>
            </a:r>
          </a:p>
        </p:txBody>
      </p:sp>
      <p:sp>
        <p:nvSpPr>
          <p:cNvPr id="48143" name="Oval 22">
            <a:extLst>
              <a:ext uri="{FF2B5EF4-FFF2-40B4-BE49-F238E27FC236}">
                <a16:creationId xmlns:a16="http://schemas.microsoft.com/office/drawing/2014/main" id="{94940900-C78E-E749-81AF-A6FE15EF9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338" y="2924175"/>
            <a:ext cx="369887" cy="3698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20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BA1EA16-CE68-3045-B970-64ED2AE2EDB1}"/>
              </a:ext>
            </a:extLst>
          </p:cNvPr>
          <p:cNvCxnSpPr>
            <a:stCxn id="48141" idx="3"/>
            <a:endCxn id="48142" idx="7"/>
          </p:cNvCxnSpPr>
          <p:nvPr/>
        </p:nvCxnSpPr>
        <p:spPr bwMode="auto">
          <a:xfrm flipH="1">
            <a:off x="4379913" y="2408238"/>
            <a:ext cx="152400" cy="1539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145" name="Straight Connector 24">
            <a:extLst>
              <a:ext uri="{FF2B5EF4-FFF2-40B4-BE49-F238E27FC236}">
                <a16:creationId xmlns:a16="http://schemas.microsoft.com/office/drawing/2014/main" id="{9BBBFB68-0E29-7D43-81DF-5761C516F6B5}"/>
              </a:ext>
            </a:extLst>
          </p:cNvPr>
          <p:cNvCxnSpPr>
            <a:cxnSpLocks noChangeShapeType="1"/>
            <a:stCxn id="48142" idx="5"/>
            <a:endCxn id="48143" idx="1"/>
          </p:cNvCxnSpPr>
          <p:nvPr/>
        </p:nvCxnSpPr>
        <p:spPr bwMode="auto">
          <a:xfrm>
            <a:off x="4379913" y="2824163"/>
            <a:ext cx="152400" cy="155575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8146" name="Group 38">
            <a:extLst>
              <a:ext uri="{FF2B5EF4-FFF2-40B4-BE49-F238E27FC236}">
                <a16:creationId xmlns:a16="http://schemas.microsoft.com/office/drawing/2014/main" id="{58ECAFD2-669B-CF47-88DC-336A3FE277C2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869238" y="2092325"/>
            <a:ext cx="784225" cy="1201738"/>
            <a:chOff x="7661749" y="2092206"/>
            <a:chExt cx="783774" cy="1202070"/>
          </a:xfrm>
        </p:grpSpPr>
        <p:sp>
          <p:nvSpPr>
            <p:cNvPr id="48167" name="Oval 33">
              <a:extLst>
                <a:ext uri="{FF2B5EF4-FFF2-40B4-BE49-F238E27FC236}">
                  <a16:creationId xmlns:a16="http://schemas.microsoft.com/office/drawing/2014/main" id="{4283F2C6-09AD-FA48-8513-1DAA619B3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6191" y="2092206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sp>
          <p:nvSpPr>
            <p:cNvPr id="48168" name="Oval 34">
              <a:extLst>
                <a:ext uri="{FF2B5EF4-FFF2-40B4-BE49-F238E27FC236}">
                  <a16:creationId xmlns:a16="http://schemas.microsoft.com/office/drawing/2014/main" id="{D7F8F028-C3A9-4343-B812-F53FEBD56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1749" y="250857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30</a:t>
              </a:r>
            </a:p>
          </p:txBody>
        </p:sp>
        <p:sp>
          <p:nvSpPr>
            <p:cNvPr id="48169" name="Oval 35">
              <a:extLst>
                <a:ext uri="{FF2B5EF4-FFF2-40B4-BE49-F238E27FC236}">
                  <a16:creationId xmlns:a16="http://schemas.microsoft.com/office/drawing/2014/main" id="{7FFB78F1-5A6A-FE47-88A2-6141A80E5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6191" y="2924944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20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694012F-0D4E-7D4E-8EBE-774E08A10C0D}"/>
                </a:ext>
              </a:extLst>
            </p:cNvPr>
            <p:cNvCxnSpPr>
              <a:stCxn id="48167" idx="3"/>
              <a:endCxn id="48168" idx="7"/>
            </p:cNvCxnSpPr>
            <p:nvPr/>
          </p:nvCxnSpPr>
          <p:spPr bwMode="auto">
            <a:xfrm flipH="1">
              <a:off x="7977480" y="2408206"/>
              <a:ext cx="152312" cy="15403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171" name="Straight Connector 37">
              <a:extLst>
                <a:ext uri="{FF2B5EF4-FFF2-40B4-BE49-F238E27FC236}">
                  <a16:creationId xmlns:a16="http://schemas.microsoft.com/office/drawing/2014/main" id="{53045855-8C9A-EA45-9816-043CBAAF366F}"/>
                </a:ext>
              </a:extLst>
            </p:cNvPr>
            <p:cNvCxnSpPr>
              <a:cxnSpLocks noChangeShapeType="1"/>
              <a:stCxn id="48168" idx="5"/>
              <a:endCxn id="48169" idx="1"/>
            </p:cNvCxnSpPr>
            <p:nvPr/>
          </p:nvCxnSpPr>
          <p:spPr bwMode="auto">
            <a:xfrm>
              <a:off x="7976994" y="2823820"/>
              <a:ext cx="153284" cy="15521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8147" name="Group 45">
            <a:extLst>
              <a:ext uri="{FF2B5EF4-FFF2-40B4-BE49-F238E27FC236}">
                <a16:creationId xmlns:a16="http://schemas.microsoft.com/office/drawing/2014/main" id="{36BD7A87-A782-1443-8367-D6A863FEF60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55600" y="4086225"/>
            <a:ext cx="1169988" cy="1201738"/>
            <a:chOff x="322620" y="2244606"/>
            <a:chExt cx="1170712" cy="1202070"/>
          </a:xfrm>
        </p:grpSpPr>
        <p:sp>
          <p:nvSpPr>
            <p:cNvPr id="48162" name="Oval 40">
              <a:extLst>
                <a:ext uri="{FF2B5EF4-FFF2-40B4-BE49-F238E27FC236}">
                  <a16:creationId xmlns:a16="http://schemas.microsoft.com/office/drawing/2014/main" id="{476840BC-0B28-EA4A-8E84-A348E7DC4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000" y="2244606"/>
              <a:ext cx="369332" cy="369332"/>
            </a:xfrm>
            <a:prstGeom prst="ellipse">
              <a:avLst/>
            </a:prstGeom>
            <a:solidFill>
              <a:srgbClr val="FFC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sp>
          <p:nvSpPr>
            <p:cNvPr id="48163" name="Oval 41">
              <a:extLst>
                <a:ext uri="{FF2B5EF4-FFF2-40B4-BE49-F238E27FC236}">
                  <a16:creationId xmlns:a16="http://schemas.microsoft.com/office/drawing/2014/main" id="{5DB8BB0B-D44A-0F4F-B2E1-7747E2FE5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298" y="2665947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20</a:t>
              </a:r>
            </a:p>
          </p:txBody>
        </p:sp>
        <p:sp>
          <p:nvSpPr>
            <p:cNvPr id="48164" name="Oval 42">
              <a:extLst>
                <a:ext uri="{FF2B5EF4-FFF2-40B4-BE49-F238E27FC236}">
                  <a16:creationId xmlns:a16="http://schemas.microsoft.com/office/drawing/2014/main" id="{FF71AE30-C041-5A4F-9870-9DC7B61B2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620" y="3077344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30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EA163B0-7C6C-4B47-BE4D-A167298D1B81}"/>
                </a:ext>
              </a:extLst>
            </p:cNvPr>
            <p:cNvCxnSpPr>
              <a:stCxn id="48162" idx="3"/>
              <a:endCxn id="48163" idx="7"/>
            </p:cNvCxnSpPr>
            <p:nvPr/>
          </p:nvCxnSpPr>
          <p:spPr bwMode="auto">
            <a:xfrm flipH="1">
              <a:off x="1035849" y="2560606"/>
              <a:ext cx="142963" cy="15879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166" name="Straight Connector 44">
              <a:extLst>
                <a:ext uri="{FF2B5EF4-FFF2-40B4-BE49-F238E27FC236}">
                  <a16:creationId xmlns:a16="http://schemas.microsoft.com/office/drawing/2014/main" id="{BEF1B97B-24A1-CF43-8652-1B5854C3B167}"/>
                </a:ext>
              </a:extLst>
            </p:cNvPr>
            <p:cNvCxnSpPr>
              <a:cxnSpLocks noChangeShapeType="1"/>
              <a:stCxn id="48163" idx="3"/>
              <a:endCxn id="48164" idx="7"/>
            </p:cNvCxnSpPr>
            <p:nvPr/>
          </p:nvCxnSpPr>
          <p:spPr bwMode="auto">
            <a:xfrm flipH="1">
              <a:off x="637865" y="2981192"/>
              <a:ext cx="136520" cy="15023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8148" name="Group 59">
            <a:extLst>
              <a:ext uri="{FF2B5EF4-FFF2-40B4-BE49-F238E27FC236}">
                <a16:creationId xmlns:a16="http://schemas.microsoft.com/office/drawing/2014/main" id="{93CC300C-09C1-D947-A336-D1184AAFB548}"/>
              </a:ext>
            </a:extLst>
          </p:cNvPr>
          <p:cNvGrpSpPr>
            <a:grpSpLocks/>
          </p:cNvGrpSpPr>
          <p:nvPr/>
        </p:nvGrpSpPr>
        <p:grpSpPr bwMode="auto">
          <a:xfrm>
            <a:off x="4100513" y="4170363"/>
            <a:ext cx="1082675" cy="790575"/>
            <a:chOff x="4262404" y="4086364"/>
            <a:chExt cx="1082630" cy="790673"/>
          </a:xfrm>
        </p:grpSpPr>
        <p:sp>
          <p:nvSpPr>
            <p:cNvPr id="48157" name="Oval 47">
              <a:extLst>
                <a:ext uri="{FF2B5EF4-FFF2-40B4-BE49-F238E27FC236}">
                  <a16:creationId xmlns:a16="http://schemas.microsoft.com/office/drawing/2014/main" id="{D06FA293-0B38-A449-A6FD-51C8240568B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619053" y="4086364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20</a:t>
              </a:r>
            </a:p>
          </p:txBody>
        </p:sp>
        <p:sp>
          <p:nvSpPr>
            <p:cNvPr id="48158" name="Oval 48">
              <a:extLst>
                <a:ext uri="{FF2B5EF4-FFF2-40B4-BE49-F238E27FC236}">
                  <a16:creationId xmlns:a16="http://schemas.microsoft.com/office/drawing/2014/main" id="{FEA82832-BD14-A74C-A47D-A23DF28D2FF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75702" y="450770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30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2D0031D-90A0-CD44-8153-4F3FD3802358}"/>
                </a:ext>
              </a:extLst>
            </p:cNvPr>
            <p:cNvCxnSpPr>
              <a:cxnSpLocks/>
              <a:stCxn id="48157" idx="3"/>
              <a:endCxn id="48158" idx="0"/>
            </p:cNvCxnSpPr>
            <p:nvPr/>
          </p:nvCxnSpPr>
          <p:spPr bwMode="auto">
            <a:xfrm>
              <a:off x="4933888" y="4402315"/>
              <a:ext cx="227004" cy="1047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160" name="Oval 53">
              <a:extLst>
                <a:ext uri="{FF2B5EF4-FFF2-40B4-BE49-F238E27FC236}">
                  <a16:creationId xmlns:a16="http://schemas.microsoft.com/office/drawing/2014/main" id="{8F38004A-2171-1443-84BE-3C3B7E2B79C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262404" y="450770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4C673DE-D81E-7D4F-BBBD-F34575B5110B}"/>
                </a:ext>
              </a:extLst>
            </p:cNvPr>
            <p:cNvCxnSpPr>
              <a:cxnSpLocks/>
              <a:stCxn id="48157" idx="5"/>
              <a:endCxn id="48160" idx="0"/>
            </p:cNvCxnSpPr>
            <p:nvPr/>
          </p:nvCxnSpPr>
          <p:spPr bwMode="auto">
            <a:xfrm flipH="1">
              <a:off x="4446546" y="4402315"/>
              <a:ext cx="227003" cy="1047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8149" name="Group 60">
            <a:extLst>
              <a:ext uri="{FF2B5EF4-FFF2-40B4-BE49-F238E27FC236}">
                <a16:creationId xmlns:a16="http://schemas.microsoft.com/office/drawing/2014/main" id="{08CD14FE-0F8C-DD43-9630-677CB12F2273}"/>
              </a:ext>
            </a:extLst>
          </p:cNvPr>
          <p:cNvGrpSpPr>
            <a:grpSpLocks/>
          </p:cNvGrpSpPr>
          <p:nvPr/>
        </p:nvGrpSpPr>
        <p:grpSpPr bwMode="auto">
          <a:xfrm>
            <a:off x="7670800" y="4170363"/>
            <a:ext cx="1082675" cy="790575"/>
            <a:chOff x="4262404" y="4086364"/>
            <a:chExt cx="1082630" cy="790673"/>
          </a:xfrm>
        </p:grpSpPr>
        <p:sp>
          <p:nvSpPr>
            <p:cNvPr id="48152" name="Oval 61">
              <a:extLst>
                <a:ext uri="{FF2B5EF4-FFF2-40B4-BE49-F238E27FC236}">
                  <a16:creationId xmlns:a16="http://schemas.microsoft.com/office/drawing/2014/main" id="{A420F23A-DC1B-D542-BEE8-FCA05465DB1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619053" y="4086364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20</a:t>
              </a:r>
            </a:p>
          </p:txBody>
        </p:sp>
        <p:sp>
          <p:nvSpPr>
            <p:cNvPr id="48153" name="Oval 62">
              <a:extLst>
                <a:ext uri="{FF2B5EF4-FFF2-40B4-BE49-F238E27FC236}">
                  <a16:creationId xmlns:a16="http://schemas.microsoft.com/office/drawing/2014/main" id="{E64359A4-8E9E-DE44-8255-51E8AE79CE7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75702" y="450770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30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4DAC475-01B5-824A-913A-E05CBBF18B75}"/>
                </a:ext>
              </a:extLst>
            </p:cNvPr>
            <p:cNvCxnSpPr>
              <a:cxnSpLocks/>
              <a:stCxn id="48152" idx="3"/>
              <a:endCxn id="48153" idx="0"/>
            </p:cNvCxnSpPr>
            <p:nvPr/>
          </p:nvCxnSpPr>
          <p:spPr bwMode="auto">
            <a:xfrm>
              <a:off x="4933889" y="4402315"/>
              <a:ext cx="227003" cy="1047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155" name="Oval 64">
              <a:extLst>
                <a:ext uri="{FF2B5EF4-FFF2-40B4-BE49-F238E27FC236}">
                  <a16:creationId xmlns:a16="http://schemas.microsoft.com/office/drawing/2014/main" id="{597E3ADB-A3F1-094D-81D7-0744D43FB74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262404" y="450770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9AFD389-8E14-9C4A-8E78-B254653A5F24}"/>
                </a:ext>
              </a:extLst>
            </p:cNvPr>
            <p:cNvCxnSpPr>
              <a:cxnSpLocks/>
              <a:stCxn id="48152" idx="5"/>
              <a:endCxn id="48155" idx="0"/>
            </p:cNvCxnSpPr>
            <p:nvPr/>
          </p:nvCxnSpPr>
          <p:spPr bwMode="auto">
            <a:xfrm flipH="1">
              <a:off x="4446546" y="4402315"/>
              <a:ext cx="227004" cy="1047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Arc 13">
            <a:extLst>
              <a:ext uri="{FF2B5EF4-FFF2-40B4-BE49-F238E27FC236}">
                <a16:creationId xmlns:a16="http://schemas.microsoft.com/office/drawing/2014/main" id="{E39EAE66-AA4C-294F-AE39-D9771DFA49A4}"/>
              </a:ext>
            </a:extLst>
          </p:cNvPr>
          <p:cNvSpPr/>
          <p:nvPr/>
        </p:nvSpPr>
        <p:spPr bwMode="auto">
          <a:xfrm rot="17919748">
            <a:off x="-1327944" y="3004344"/>
            <a:ext cx="3449638" cy="1041400"/>
          </a:xfrm>
          <a:prstGeom prst="arc">
            <a:avLst>
              <a:gd name="adj1" fmla="val 17658780"/>
              <a:gd name="adj2" fmla="val 0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375FC48B-5939-2C46-A724-DE5C1FD89F48}"/>
              </a:ext>
            </a:extLst>
          </p:cNvPr>
          <p:cNvSpPr/>
          <p:nvPr/>
        </p:nvSpPr>
        <p:spPr bwMode="auto">
          <a:xfrm rot="3680252" flipH="1">
            <a:off x="-423069" y="5028407"/>
            <a:ext cx="3449637" cy="1041400"/>
          </a:xfrm>
          <a:prstGeom prst="arc">
            <a:avLst>
              <a:gd name="adj1" fmla="val 17658780"/>
              <a:gd name="adj2" fmla="val 0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79CBFB01-5B3C-FE4A-9914-1E0106CF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765175"/>
            <a:ext cx="2573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Tres claves:  30, 20, 10</a:t>
            </a:r>
            <a:endParaRPr lang="en-US" altLang="en-US"/>
          </a:p>
        </p:txBody>
      </p:sp>
      <p:sp>
        <p:nvSpPr>
          <p:cNvPr id="49154" name="Rectangle 4">
            <a:extLst>
              <a:ext uri="{FF2B5EF4-FFF2-40B4-BE49-F238E27FC236}">
                <a16:creationId xmlns:a16="http://schemas.microsoft.com/office/drawing/2014/main" id="{B1E89554-F831-6145-A3E7-608C7DEDA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1652588"/>
            <a:ext cx="1209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30, 20, 10</a:t>
            </a:r>
            <a:endParaRPr lang="en-US" altLang="en-US"/>
          </a:p>
        </p:txBody>
      </p:sp>
      <p:sp>
        <p:nvSpPr>
          <p:cNvPr id="49155" name="Rectangle 5">
            <a:extLst>
              <a:ext uri="{FF2B5EF4-FFF2-40B4-BE49-F238E27FC236}">
                <a16:creationId xmlns:a16="http://schemas.microsoft.com/office/drawing/2014/main" id="{4BFBB10B-E8E9-9D4F-B069-F8E0753E7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5425" y="1652588"/>
            <a:ext cx="1211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30, 10, 20</a:t>
            </a:r>
            <a:endParaRPr lang="en-US" altLang="en-US"/>
          </a:p>
        </p:txBody>
      </p:sp>
      <p:sp>
        <p:nvSpPr>
          <p:cNvPr id="49156" name="Rectangle 6">
            <a:extLst>
              <a:ext uri="{FF2B5EF4-FFF2-40B4-BE49-F238E27FC236}">
                <a16:creationId xmlns:a16="http://schemas.microsoft.com/office/drawing/2014/main" id="{C8E80CEE-6DDD-B043-B75C-1122ED42F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1652588"/>
            <a:ext cx="12112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10, 30, 20</a:t>
            </a:r>
            <a:endParaRPr lang="en-US" altLang="en-US"/>
          </a:p>
        </p:txBody>
      </p:sp>
      <p:sp>
        <p:nvSpPr>
          <p:cNvPr id="49157" name="Rectangle 7">
            <a:extLst>
              <a:ext uri="{FF2B5EF4-FFF2-40B4-BE49-F238E27FC236}">
                <a16:creationId xmlns:a16="http://schemas.microsoft.com/office/drawing/2014/main" id="{3BAB64D3-7EAD-3A4F-81E2-7F6CE980F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3716338"/>
            <a:ext cx="1209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10, 20, 30</a:t>
            </a:r>
            <a:endParaRPr lang="en-US" altLang="en-US"/>
          </a:p>
        </p:txBody>
      </p:sp>
      <p:sp>
        <p:nvSpPr>
          <p:cNvPr id="49158" name="Rectangle 8">
            <a:extLst>
              <a:ext uri="{FF2B5EF4-FFF2-40B4-BE49-F238E27FC236}">
                <a16:creationId xmlns:a16="http://schemas.microsoft.com/office/drawing/2014/main" id="{A7CC4311-058F-EE4A-B9A2-1EAC378C5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5425" y="3716338"/>
            <a:ext cx="1211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20, 10, 30</a:t>
            </a:r>
            <a:endParaRPr lang="en-US" altLang="en-US"/>
          </a:p>
        </p:txBody>
      </p:sp>
      <p:sp>
        <p:nvSpPr>
          <p:cNvPr id="49159" name="Rectangle 9">
            <a:extLst>
              <a:ext uri="{FF2B5EF4-FFF2-40B4-BE49-F238E27FC236}">
                <a16:creationId xmlns:a16="http://schemas.microsoft.com/office/drawing/2014/main" id="{FECE3E2D-7ECF-7B40-A0B1-15548C719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3716338"/>
            <a:ext cx="12112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/>
              <a:t>20, 30, 10</a:t>
            </a:r>
            <a:endParaRPr lang="en-US" altLang="en-US"/>
          </a:p>
        </p:txBody>
      </p:sp>
      <p:sp>
        <p:nvSpPr>
          <p:cNvPr id="49160" name="Oval 1">
            <a:extLst>
              <a:ext uri="{FF2B5EF4-FFF2-40B4-BE49-F238E27FC236}">
                <a16:creationId xmlns:a16="http://schemas.microsoft.com/office/drawing/2014/main" id="{E3B62B6B-AEEF-3D4F-8EC1-004DEE745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092325"/>
            <a:ext cx="369888" cy="3698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30</a:t>
            </a:r>
          </a:p>
        </p:txBody>
      </p:sp>
      <p:sp>
        <p:nvSpPr>
          <p:cNvPr id="49161" name="Oval 10">
            <a:extLst>
              <a:ext uri="{FF2B5EF4-FFF2-40B4-BE49-F238E27FC236}">
                <a16:creationId xmlns:a16="http://schemas.microsoft.com/office/drawing/2014/main" id="{BA49EF29-55E1-8F4C-AD19-3B392AE99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" y="2513013"/>
            <a:ext cx="368300" cy="369887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20</a:t>
            </a:r>
          </a:p>
        </p:txBody>
      </p:sp>
      <p:sp>
        <p:nvSpPr>
          <p:cNvPr id="49162" name="Oval 11">
            <a:extLst>
              <a:ext uri="{FF2B5EF4-FFF2-40B4-BE49-F238E27FC236}">
                <a16:creationId xmlns:a16="http://schemas.microsoft.com/office/drawing/2014/main" id="{BD20D8E9-BFEC-7942-BD59-50624C827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3" y="2924175"/>
            <a:ext cx="369887" cy="3698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10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307B69-BB51-E748-AA8B-117CA0C0EEA4}"/>
              </a:ext>
            </a:extLst>
          </p:cNvPr>
          <p:cNvCxnSpPr>
            <a:stCxn id="49160" idx="3"/>
            <a:endCxn id="49161" idx="7"/>
          </p:cNvCxnSpPr>
          <p:nvPr/>
        </p:nvCxnSpPr>
        <p:spPr bwMode="auto">
          <a:xfrm flipH="1">
            <a:off x="882650" y="2408238"/>
            <a:ext cx="142875" cy="158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164" name="Straight Connector 14">
            <a:extLst>
              <a:ext uri="{FF2B5EF4-FFF2-40B4-BE49-F238E27FC236}">
                <a16:creationId xmlns:a16="http://schemas.microsoft.com/office/drawing/2014/main" id="{027A6F52-FF11-7B4C-B10B-B5C71AF79B94}"/>
              </a:ext>
            </a:extLst>
          </p:cNvPr>
          <p:cNvCxnSpPr>
            <a:cxnSpLocks noChangeShapeType="1"/>
            <a:stCxn id="49161" idx="3"/>
            <a:endCxn id="49162" idx="7"/>
          </p:cNvCxnSpPr>
          <p:nvPr/>
        </p:nvCxnSpPr>
        <p:spPr bwMode="auto">
          <a:xfrm flipH="1">
            <a:off x="485775" y="2828925"/>
            <a:ext cx="136525" cy="150813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165" name="Oval 20">
            <a:extLst>
              <a:ext uri="{FF2B5EF4-FFF2-40B4-BE49-F238E27FC236}">
                <a16:creationId xmlns:a16="http://schemas.microsoft.com/office/drawing/2014/main" id="{1F45B7D1-4777-0743-A100-BBB8F23DE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338" y="2092325"/>
            <a:ext cx="369887" cy="369888"/>
          </a:xfrm>
          <a:prstGeom prst="ellipse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30</a:t>
            </a:r>
          </a:p>
        </p:txBody>
      </p:sp>
      <p:sp>
        <p:nvSpPr>
          <p:cNvPr id="49166" name="Oval 21">
            <a:extLst>
              <a:ext uri="{FF2B5EF4-FFF2-40B4-BE49-F238E27FC236}">
                <a16:creationId xmlns:a16="http://schemas.microsoft.com/office/drawing/2014/main" id="{4BA5ECB8-DE8D-8842-8A5D-F0C860FF5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0" y="2508250"/>
            <a:ext cx="369888" cy="369888"/>
          </a:xfrm>
          <a:prstGeom prst="ellipse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10</a:t>
            </a:r>
          </a:p>
        </p:txBody>
      </p:sp>
      <p:sp>
        <p:nvSpPr>
          <p:cNvPr id="49167" name="Oval 22">
            <a:extLst>
              <a:ext uri="{FF2B5EF4-FFF2-40B4-BE49-F238E27FC236}">
                <a16:creationId xmlns:a16="http://schemas.microsoft.com/office/drawing/2014/main" id="{E874567F-B20E-734B-85DD-0714EBFD0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338" y="2924175"/>
            <a:ext cx="369887" cy="3698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20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BA1EA16-CE68-3045-B970-64ED2AE2EDB1}"/>
              </a:ext>
            </a:extLst>
          </p:cNvPr>
          <p:cNvCxnSpPr>
            <a:stCxn id="49165" idx="3"/>
            <a:endCxn id="49166" idx="7"/>
          </p:cNvCxnSpPr>
          <p:nvPr/>
        </p:nvCxnSpPr>
        <p:spPr bwMode="auto">
          <a:xfrm flipH="1">
            <a:off x="4379913" y="2408238"/>
            <a:ext cx="152400" cy="1539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169" name="Straight Connector 24">
            <a:extLst>
              <a:ext uri="{FF2B5EF4-FFF2-40B4-BE49-F238E27FC236}">
                <a16:creationId xmlns:a16="http://schemas.microsoft.com/office/drawing/2014/main" id="{AB1B3382-34A3-A74F-A139-4A4736B96919}"/>
              </a:ext>
            </a:extLst>
          </p:cNvPr>
          <p:cNvCxnSpPr>
            <a:cxnSpLocks noChangeShapeType="1"/>
            <a:stCxn id="49166" idx="5"/>
            <a:endCxn id="49167" idx="1"/>
          </p:cNvCxnSpPr>
          <p:nvPr/>
        </p:nvCxnSpPr>
        <p:spPr bwMode="auto">
          <a:xfrm>
            <a:off x="4379913" y="2824163"/>
            <a:ext cx="152400" cy="155575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9170" name="Group 38">
            <a:extLst>
              <a:ext uri="{FF2B5EF4-FFF2-40B4-BE49-F238E27FC236}">
                <a16:creationId xmlns:a16="http://schemas.microsoft.com/office/drawing/2014/main" id="{21C4A00B-B97F-AC45-8025-01F9EE5A354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869238" y="2092325"/>
            <a:ext cx="784225" cy="1201738"/>
            <a:chOff x="7661749" y="2092206"/>
            <a:chExt cx="783774" cy="1202070"/>
          </a:xfrm>
        </p:grpSpPr>
        <p:sp>
          <p:nvSpPr>
            <p:cNvPr id="49194" name="Oval 33">
              <a:extLst>
                <a:ext uri="{FF2B5EF4-FFF2-40B4-BE49-F238E27FC236}">
                  <a16:creationId xmlns:a16="http://schemas.microsoft.com/office/drawing/2014/main" id="{5C1C45B3-A898-C147-8585-F6CF373F0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6191" y="2092206"/>
              <a:ext cx="369332" cy="369332"/>
            </a:xfrm>
            <a:prstGeom prst="ellipse">
              <a:avLst/>
            </a:prstGeom>
            <a:solidFill>
              <a:srgbClr val="FFC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sp>
          <p:nvSpPr>
            <p:cNvPr id="49195" name="Oval 34">
              <a:extLst>
                <a:ext uri="{FF2B5EF4-FFF2-40B4-BE49-F238E27FC236}">
                  <a16:creationId xmlns:a16="http://schemas.microsoft.com/office/drawing/2014/main" id="{D5081A2C-5635-D441-AB0B-AEF72F42E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1749" y="2508575"/>
              <a:ext cx="369332" cy="369332"/>
            </a:xfrm>
            <a:prstGeom prst="ellipse">
              <a:avLst/>
            </a:prstGeom>
            <a:solidFill>
              <a:srgbClr val="FFC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30</a:t>
              </a:r>
            </a:p>
          </p:txBody>
        </p:sp>
        <p:sp>
          <p:nvSpPr>
            <p:cNvPr id="49196" name="Oval 35">
              <a:extLst>
                <a:ext uri="{FF2B5EF4-FFF2-40B4-BE49-F238E27FC236}">
                  <a16:creationId xmlns:a16="http://schemas.microsoft.com/office/drawing/2014/main" id="{708E72A4-E3AF-8D45-B6EE-E5D2C6642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6191" y="2924944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20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694012F-0D4E-7D4E-8EBE-774E08A10C0D}"/>
                </a:ext>
              </a:extLst>
            </p:cNvPr>
            <p:cNvCxnSpPr>
              <a:stCxn id="49194" idx="3"/>
              <a:endCxn id="49195" idx="7"/>
            </p:cNvCxnSpPr>
            <p:nvPr/>
          </p:nvCxnSpPr>
          <p:spPr bwMode="auto">
            <a:xfrm flipH="1">
              <a:off x="7977480" y="2408206"/>
              <a:ext cx="152312" cy="15403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198" name="Straight Connector 37">
              <a:extLst>
                <a:ext uri="{FF2B5EF4-FFF2-40B4-BE49-F238E27FC236}">
                  <a16:creationId xmlns:a16="http://schemas.microsoft.com/office/drawing/2014/main" id="{C3FBBB0C-4CE1-8145-9AA2-89937305F883}"/>
                </a:ext>
              </a:extLst>
            </p:cNvPr>
            <p:cNvCxnSpPr>
              <a:cxnSpLocks noChangeShapeType="1"/>
              <a:stCxn id="49195" idx="5"/>
              <a:endCxn id="49196" idx="1"/>
            </p:cNvCxnSpPr>
            <p:nvPr/>
          </p:nvCxnSpPr>
          <p:spPr bwMode="auto">
            <a:xfrm>
              <a:off x="7976994" y="2823820"/>
              <a:ext cx="153284" cy="15521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9171" name="Group 45">
            <a:extLst>
              <a:ext uri="{FF2B5EF4-FFF2-40B4-BE49-F238E27FC236}">
                <a16:creationId xmlns:a16="http://schemas.microsoft.com/office/drawing/2014/main" id="{CFE5EF5D-EB86-6C49-BEBA-F9423541D78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55600" y="4086225"/>
            <a:ext cx="1169988" cy="1201738"/>
            <a:chOff x="322620" y="2244606"/>
            <a:chExt cx="1170712" cy="1202070"/>
          </a:xfrm>
        </p:grpSpPr>
        <p:sp>
          <p:nvSpPr>
            <p:cNvPr id="49189" name="Oval 40">
              <a:extLst>
                <a:ext uri="{FF2B5EF4-FFF2-40B4-BE49-F238E27FC236}">
                  <a16:creationId xmlns:a16="http://schemas.microsoft.com/office/drawing/2014/main" id="{0DFF65BA-ED82-BA4E-9049-1DC940005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000" y="2244606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sp>
          <p:nvSpPr>
            <p:cNvPr id="49190" name="Oval 41">
              <a:extLst>
                <a:ext uri="{FF2B5EF4-FFF2-40B4-BE49-F238E27FC236}">
                  <a16:creationId xmlns:a16="http://schemas.microsoft.com/office/drawing/2014/main" id="{7D14D3BD-4238-B44E-A1E1-053566684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298" y="2665947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20</a:t>
              </a:r>
            </a:p>
          </p:txBody>
        </p:sp>
        <p:sp>
          <p:nvSpPr>
            <p:cNvPr id="49191" name="Oval 42">
              <a:extLst>
                <a:ext uri="{FF2B5EF4-FFF2-40B4-BE49-F238E27FC236}">
                  <a16:creationId xmlns:a16="http://schemas.microsoft.com/office/drawing/2014/main" id="{BAAE5130-6CF2-364C-A67D-04FD97409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620" y="3077344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30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EA163B0-7C6C-4B47-BE4D-A167298D1B81}"/>
                </a:ext>
              </a:extLst>
            </p:cNvPr>
            <p:cNvCxnSpPr>
              <a:stCxn id="49189" idx="3"/>
              <a:endCxn id="49190" idx="7"/>
            </p:cNvCxnSpPr>
            <p:nvPr/>
          </p:nvCxnSpPr>
          <p:spPr bwMode="auto">
            <a:xfrm flipH="1">
              <a:off x="1035849" y="2560606"/>
              <a:ext cx="142963" cy="15879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193" name="Straight Connector 44">
              <a:extLst>
                <a:ext uri="{FF2B5EF4-FFF2-40B4-BE49-F238E27FC236}">
                  <a16:creationId xmlns:a16="http://schemas.microsoft.com/office/drawing/2014/main" id="{EAF765F9-234D-A144-9678-EC50DDD00180}"/>
                </a:ext>
              </a:extLst>
            </p:cNvPr>
            <p:cNvCxnSpPr>
              <a:cxnSpLocks noChangeShapeType="1"/>
              <a:stCxn id="49190" idx="3"/>
              <a:endCxn id="49191" idx="7"/>
            </p:cNvCxnSpPr>
            <p:nvPr/>
          </p:nvCxnSpPr>
          <p:spPr bwMode="auto">
            <a:xfrm flipH="1">
              <a:off x="637865" y="2981192"/>
              <a:ext cx="136520" cy="15023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9172" name="Group 59">
            <a:extLst>
              <a:ext uri="{FF2B5EF4-FFF2-40B4-BE49-F238E27FC236}">
                <a16:creationId xmlns:a16="http://schemas.microsoft.com/office/drawing/2014/main" id="{C178018F-875A-594D-9043-342B3173DC19}"/>
              </a:ext>
            </a:extLst>
          </p:cNvPr>
          <p:cNvGrpSpPr>
            <a:grpSpLocks/>
          </p:cNvGrpSpPr>
          <p:nvPr/>
        </p:nvGrpSpPr>
        <p:grpSpPr bwMode="auto">
          <a:xfrm>
            <a:off x="4100513" y="4170363"/>
            <a:ext cx="1082675" cy="790575"/>
            <a:chOff x="4262404" y="4086364"/>
            <a:chExt cx="1082630" cy="790673"/>
          </a:xfrm>
        </p:grpSpPr>
        <p:sp>
          <p:nvSpPr>
            <p:cNvPr id="49184" name="Oval 47">
              <a:extLst>
                <a:ext uri="{FF2B5EF4-FFF2-40B4-BE49-F238E27FC236}">
                  <a16:creationId xmlns:a16="http://schemas.microsoft.com/office/drawing/2014/main" id="{22789CA9-3DCD-FF4F-818E-E51F2BC7B3F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619053" y="4086364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20</a:t>
              </a:r>
            </a:p>
          </p:txBody>
        </p:sp>
        <p:sp>
          <p:nvSpPr>
            <p:cNvPr id="49185" name="Oval 48">
              <a:extLst>
                <a:ext uri="{FF2B5EF4-FFF2-40B4-BE49-F238E27FC236}">
                  <a16:creationId xmlns:a16="http://schemas.microsoft.com/office/drawing/2014/main" id="{A86A8432-A023-E84A-B3D4-51729D0BDE2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75702" y="450770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30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2D0031D-90A0-CD44-8153-4F3FD3802358}"/>
                </a:ext>
              </a:extLst>
            </p:cNvPr>
            <p:cNvCxnSpPr>
              <a:cxnSpLocks/>
              <a:stCxn id="49184" idx="3"/>
              <a:endCxn id="49185" idx="0"/>
            </p:cNvCxnSpPr>
            <p:nvPr/>
          </p:nvCxnSpPr>
          <p:spPr bwMode="auto">
            <a:xfrm>
              <a:off x="4933888" y="4402315"/>
              <a:ext cx="227004" cy="1047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187" name="Oval 53">
              <a:extLst>
                <a:ext uri="{FF2B5EF4-FFF2-40B4-BE49-F238E27FC236}">
                  <a16:creationId xmlns:a16="http://schemas.microsoft.com/office/drawing/2014/main" id="{62FC2686-FC20-134F-A375-E40DCB3427E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262404" y="450770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4C673DE-D81E-7D4F-BBBD-F34575B5110B}"/>
                </a:ext>
              </a:extLst>
            </p:cNvPr>
            <p:cNvCxnSpPr>
              <a:cxnSpLocks/>
              <a:stCxn id="49184" idx="5"/>
              <a:endCxn id="49187" idx="0"/>
            </p:cNvCxnSpPr>
            <p:nvPr/>
          </p:nvCxnSpPr>
          <p:spPr bwMode="auto">
            <a:xfrm flipH="1">
              <a:off x="4446546" y="4402315"/>
              <a:ext cx="227003" cy="1047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9173" name="Group 60">
            <a:extLst>
              <a:ext uri="{FF2B5EF4-FFF2-40B4-BE49-F238E27FC236}">
                <a16:creationId xmlns:a16="http://schemas.microsoft.com/office/drawing/2014/main" id="{AF0EB4C3-823D-5542-A65C-4CA51457B2DB}"/>
              </a:ext>
            </a:extLst>
          </p:cNvPr>
          <p:cNvGrpSpPr>
            <a:grpSpLocks/>
          </p:cNvGrpSpPr>
          <p:nvPr/>
        </p:nvGrpSpPr>
        <p:grpSpPr bwMode="auto">
          <a:xfrm>
            <a:off x="7670800" y="4170363"/>
            <a:ext cx="1082675" cy="790575"/>
            <a:chOff x="4262404" y="4086364"/>
            <a:chExt cx="1082630" cy="790673"/>
          </a:xfrm>
        </p:grpSpPr>
        <p:sp>
          <p:nvSpPr>
            <p:cNvPr id="49179" name="Oval 61">
              <a:extLst>
                <a:ext uri="{FF2B5EF4-FFF2-40B4-BE49-F238E27FC236}">
                  <a16:creationId xmlns:a16="http://schemas.microsoft.com/office/drawing/2014/main" id="{664A2209-01AB-A043-B6F7-45AFB3EA23D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619053" y="4086364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20</a:t>
              </a:r>
            </a:p>
          </p:txBody>
        </p:sp>
        <p:sp>
          <p:nvSpPr>
            <p:cNvPr id="49180" name="Oval 62">
              <a:extLst>
                <a:ext uri="{FF2B5EF4-FFF2-40B4-BE49-F238E27FC236}">
                  <a16:creationId xmlns:a16="http://schemas.microsoft.com/office/drawing/2014/main" id="{07D8BE28-FDC7-3E47-B31A-14F4724297A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75702" y="450770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30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4DAC475-01B5-824A-913A-E05CBBF18B75}"/>
                </a:ext>
              </a:extLst>
            </p:cNvPr>
            <p:cNvCxnSpPr>
              <a:cxnSpLocks/>
              <a:stCxn id="49179" idx="3"/>
              <a:endCxn id="49180" idx="0"/>
            </p:cNvCxnSpPr>
            <p:nvPr/>
          </p:nvCxnSpPr>
          <p:spPr bwMode="auto">
            <a:xfrm>
              <a:off x="4933889" y="4402315"/>
              <a:ext cx="227003" cy="1047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182" name="Oval 64">
              <a:extLst>
                <a:ext uri="{FF2B5EF4-FFF2-40B4-BE49-F238E27FC236}">
                  <a16:creationId xmlns:a16="http://schemas.microsoft.com/office/drawing/2014/main" id="{B6D70FC0-8160-E046-A698-C21DA1283E5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262404" y="4507705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9AFD389-8E14-9C4A-8E78-B254653A5F24}"/>
                </a:ext>
              </a:extLst>
            </p:cNvPr>
            <p:cNvCxnSpPr>
              <a:cxnSpLocks/>
              <a:stCxn id="49179" idx="5"/>
              <a:endCxn id="49182" idx="0"/>
            </p:cNvCxnSpPr>
            <p:nvPr/>
          </p:nvCxnSpPr>
          <p:spPr bwMode="auto">
            <a:xfrm flipH="1">
              <a:off x="4446546" y="4402315"/>
              <a:ext cx="227004" cy="1047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7" name="Arc 46">
            <a:extLst>
              <a:ext uri="{FF2B5EF4-FFF2-40B4-BE49-F238E27FC236}">
                <a16:creationId xmlns:a16="http://schemas.microsoft.com/office/drawing/2014/main" id="{EAD9626E-8BBB-8544-A46A-D905A7CE357A}"/>
              </a:ext>
            </a:extLst>
          </p:cNvPr>
          <p:cNvSpPr/>
          <p:nvPr/>
        </p:nvSpPr>
        <p:spPr bwMode="auto">
          <a:xfrm rot="3935529" flipH="1">
            <a:off x="3144044" y="3491707"/>
            <a:ext cx="3449637" cy="1041400"/>
          </a:xfrm>
          <a:prstGeom prst="arc">
            <a:avLst>
              <a:gd name="adj1" fmla="val 19675135"/>
              <a:gd name="adj2" fmla="val 0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03101A5B-436E-784C-A961-E2BBFF5BBD79}"/>
              </a:ext>
            </a:extLst>
          </p:cNvPr>
          <p:cNvSpPr/>
          <p:nvPr/>
        </p:nvSpPr>
        <p:spPr bwMode="auto">
          <a:xfrm rot="17664471">
            <a:off x="2305844" y="3037682"/>
            <a:ext cx="3449637" cy="1041400"/>
          </a:xfrm>
          <a:prstGeom prst="arc">
            <a:avLst>
              <a:gd name="adj1" fmla="val 19675135"/>
              <a:gd name="adj2" fmla="val 0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grpSp>
        <p:nvGrpSpPr>
          <p:cNvPr id="49176" name="Group 2">
            <a:extLst>
              <a:ext uri="{FF2B5EF4-FFF2-40B4-BE49-F238E27FC236}">
                <a16:creationId xmlns:a16="http://schemas.microsoft.com/office/drawing/2014/main" id="{5E11A5DD-B662-B442-A7ED-3D2798EBF19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321550" y="1836738"/>
            <a:ext cx="1879600" cy="3903662"/>
            <a:chOff x="3662349" y="1986252"/>
            <a:chExt cx="1879137" cy="3903405"/>
          </a:xfrm>
        </p:grpSpPr>
        <p:sp>
          <p:nvSpPr>
            <p:cNvPr id="52" name="Arc 51">
              <a:extLst>
                <a:ext uri="{FF2B5EF4-FFF2-40B4-BE49-F238E27FC236}">
                  <a16:creationId xmlns:a16="http://schemas.microsoft.com/office/drawing/2014/main" id="{D35586CC-E5EA-C841-A68F-645FB653606A}"/>
                </a:ext>
              </a:extLst>
            </p:cNvPr>
            <p:cNvSpPr/>
            <p:nvPr/>
          </p:nvSpPr>
          <p:spPr bwMode="auto">
            <a:xfrm rot="3935529" flipH="1">
              <a:off x="3296210" y="3644381"/>
              <a:ext cx="3449410" cy="1041143"/>
            </a:xfrm>
            <a:prstGeom prst="arc">
              <a:avLst>
                <a:gd name="adj1" fmla="val 19675135"/>
                <a:gd name="adj2" fmla="val 0"/>
              </a:avLst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53" name="Arc 52">
              <a:extLst>
                <a:ext uri="{FF2B5EF4-FFF2-40B4-BE49-F238E27FC236}">
                  <a16:creationId xmlns:a16="http://schemas.microsoft.com/office/drawing/2014/main" id="{E59CEE77-9088-6740-9217-BBAF2C94205A}"/>
                </a:ext>
              </a:extLst>
            </p:cNvPr>
            <p:cNvSpPr/>
            <p:nvPr/>
          </p:nvSpPr>
          <p:spPr bwMode="auto">
            <a:xfrm rot="17664471">
              <a:off x="2458216" y="3190386"/>
              <a:ext cx="3449410" cy="1041143"/>
            </a:xfrm>
            <a:prstGeom prst="arc">
              <a:avLst>
                <a:gd name="adj1" fmla="val 19675135"/>
                <a:gd name="adj2" fmla="val 0"/>
              </a:avLst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endParaRPr lang="en-US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E76C4-2124-F44D-9971-7F2CEF0A0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92696"/>
            <a:ext cx="8229600" cy="1143000"/>
          </a:xfrm>
        </p:spPr>
        <p:txBody>
          <a:bodyPr/>
          <a:lstStyle/>
          <a:p>
            <a:r>
              <a:rPr lang="en-US" dirty="0" err="1"/>
              <a:t>Rotación</a:t>
            </a:r>
            <a:r>
              <a:rPr lang="en-US" dirty="0"/>
              <a:t> Simple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7B1E81B-293A-F847-9437-CA1CA48DEB24}"/>
              </a:ext>
            </a:extLst>
          </p:cNvPr>
          <p:cNvGrpSpPr/>
          <p:nvPr/>
        </p:nvGrpSpPr>
        <p:grpSpPr>
          <a:xfrm>
            <a:off x="1425371" y="3302906"/>
            <a:ext cx="1943504" cy="1993540"/>
            <a:chOff x="169863" y="2092325"/>
            <a:chExt cx="1171575" cy="1201738"/>
          </a:xfrm>
        </p:grpSpPr>
        <p:sp>
          <p:nvSpPr>
            <p:cNvPr id="13" name="Oval 1">
              <a:extLst>
                <a:ext uri="{FF2B5EF4-FFF2-40B4-BE49-F238E27FC236}">
                  <a16:creationId xmlns:a16="http://schemas.microsoft.com/office/drawing/2014/main" id="{76717D20-BDD8-4C42-849D-E0DDD91A4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550" y="2092325"/>
              <a:ext cx="369888" cy="369888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/>
                <a:t>30</a:t>
              </a:r>
            </a:p>
          </p:txBody>
        </p:sp>
        <p:sp>
          <p:nvSpPr>
            <p:cNvPr id="14" name="Oval 10">
              <a:extLst>
                <a:ext uri="{FF2B5EF4-FFF2-40B4-BE49-F238E27FC236}">
                  <a16:creationId xmlns:a16="http://schemas.microsoft.com/office/drawing/2014/main" id="{E8DE36AA-873C-BA4C-B4AB-D96E78726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325" y="2513013"/>
              <a:ext cx="368300" cy="369887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/>
                <a:t>20</a:t>
              </a:r>
            </a:p>
          </p:txBody>
        </p:sp>
        <p:sp>
          <p:nvSpPr>
            <p:cNvPr id="15" name="Oval 11">
              <a:extLst>
                <a:ext uri="{FF2B5EF4-FFF2-40B4-BE49-F238E27FC236}">
                  <a16:creationId xmlns:a16="http://schemas.microsoft.com/office/drawing/2014/main" id="{EDD81424-54B8-4E46-8198-9D59E480D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863" y="2924175"/>
              <a:ext cx="369887" cy="369888"/>
            </a:xfrm>
            <a:prstGeom prst="ellipse">
              <a:avLst/>
            </a:prstGeom>
            <a:solidFill>
              <a:schemeClr val="accent2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/>
                <a:t>10</a:t>
              </a:r>
              <a:endParaRPr lang="en-US" altLang="en-US" sz="2400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0ED45A6-7787-0848-AFF7-2509D58E5094}"/>
                </a:ext>
              </a:extLst>
            </p:cNvPr>
            <p:cNvCxnSpPr>
              <a:stCxn id="13" idx="3"/>
              <a:endCxn id="14" idx="7"/>
            </p:cNvCxnSpPr>
            <p:nvPr/>
          </p:nvCxnSpPr>
          <p:spPr bwMode="auto">
            <a:xfrm flipH="1">
              <a:off x="882650" y="2408238"/>
              <a:ext cx="142875" cy="15875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4">
              <a:extLst>
                <a:ext uri="{FF2B5EF4-FFF2-40B4-BE49-F238E27FC236}">
                  <a16:creationId xmlns:a16="http://schemas.microsoft.com/office/drawing/2014/main" id="{9F8F723A-1747-EB49-8371-ACE6E42651F9}"/>
                </a:ext>
              </a:extLst>
            </p:cNvPr>
            <p:cNvCxnSpPr>
              <a:cxnSpLocks noChangeShapeType="1"/>
              <a:stCxn id="14" idx="3"/>
              <a:endCxn id="15" idx="7"/>
            </p:cNvCxnSpPr>
            <p:nvPr/>
          </p:nvCxnSpPr>
          <p:spPr bwMode="auto">
            <a:xfrm flipH="1">
              <a:off x="485775" y="2828925"/>
              <a:ext cx="136525" cy="150813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8" name="Group 45">
            <a:extLst>
              <a:ext uri="{FF2B5EF4-FFF2-40B4-BE49-F238E27FC236}">
                <a16:creationId xmlns:a16="http://schemas.microsoft.com/office/drawing/2014/main" id="{F06F60AE-DB28-8F49-8D37-DC69A004023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278503" y="3307668"/>
            <a:ext cx="1940870" cy="1993540"/>
            <a:chOff x="322620" y="2244606"/>
            <a:chExt cx="1170712" cy="1202070"/>
          </a:xfrm>
        </p:grpSpPr>
        <p:sp>
          <p:nvSpPr>
            <p:cNvPr id="19" name="Oval 40">
              <a:extLst>
                <a:ext uri="{FF2B5EF4-FFF2-40B4-BE49-F238E27FC236}">
                  <a16:creationId xmlns:a16="http://schemas.microsoft.com/office/drawing/2014/main" id="{5A9FE266-2C0C-F144-BD08-28E7A6546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000" y="2244606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/>
                <a:t>10</a:t>
              </a:r>
            </a:p>
          </p:txBody>
        </p:sp>
        <p:sp>
          <p:nvSpPr>
            <p:cNvPr id="20" name="Oval 41">
              <a:extLst>
                <a:ext uri="{FF2B5EF4-FFF2-40B4-BE49-F238E27FC236}">
                  <a16:creationId xmlns:a16="http://schemas.microsoft.com/office/drawing/2014/main" id="{9A11E75C-A0FE-6740-9B36-4F71D33C1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298" y="2665947"/>
              <a:ext cx="369332" cy="369332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/>
                <a:t>20</a:t>
              </a:r>
            </a:p>
          </p:txBody>
        </p:sp>
        <p:sp>
          <p:nvSpPr>
            <p:cNvPr id="21" name="Oval 42">
              <a:extLst>
                <a:ext uri="{FF2B5EF4-FFF2-40B4-BE49-F238E27FC236}">
                  <a16:creationId xmlns:a16="http://schemas.microsoft.com/office/drawing/2014/main" id="{00216CCD-E4F0-1E4E-AF5D-BD1543C53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620" y="3077344"/>
              <a:ext cx="369332" cy="369332"/>
            </a:xfrm>
            <a:prstGeom prst="ellipse">
              <a:avLst/>
            </a:prstGeom>
            <a:solidFill>
              <a:schemeClr val="accent2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/>
                <a:t>30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6BDB18-E46B-954D-BCC5-792E5C3934BA}"/>
                </a:ext>
              </a:extLst>
            </p:cNvPr>
            <p:cNvCxnSpPr>
              <a:stCxn id="19" idx="3"/>
              <a:endCxn id="20" idx="7"/>
            </p:cNvCxnSpPr>
            <p:nvPr/>
          </p:nvCxnSpPr>
          <p:spPr bwMode="auto">
            <a:xfrm flipH="1">
              <a:off x="1035849" y="2560606"/>
              <a:ext cx="142963" cy="158794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44">
              <a:extLst>
                <a:ext uri="{FF2B5EF4-FFF2-40B4-BE49-F238E27FC236}">
                  <a16:creationId xmlns:a16="http://schemas.microsoft.com/office/drawing/2014/main" id="{7CFBDDB0-D4C3-DF48-B43B-11645083AAE1}"/>
                </a:ext>
              </a:extLst>
            </p:cNvPr>
            <p:cNvCxnSpPr>
              <a:cxnSpLocks noChangeShapeType="1"/>
              <a:stCxn id="20" idx="3"/>
              <a:endCxn id="21" idx="7"/>
            </p:cNvCxnSpPr>
            <p:nvPr/>
          </p:nvCxnSpPr>
          <p:spPr bwMode="auto">
            <a:xfrm flipH="1">
              <a:off x="637865" y="2981192"/>
              <a:ext cx="136520" cy="150239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5" name="Rectangle 3">
            <a:extLst>
              <a:ext uri="{FF2B5EF4-FFF2-40B4-BE49-F238E27FC236}">
                <a16:creationId xmlns:a16="http://schemas.microsoft.com/office/drawing/2014/main" id="{05FA19C9-FB60-6A4A-9DC0-604AB4458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240" y="2184231"/>
            <a:ext cx="24801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Cuando hay inserción:</a:t>
            </a:r>
            <a:endParaRPr lang="en-US" altLang="en-US" dirty="0"/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E60421BD-0D87-1D42-975A-771294BC5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5383716"/>
            <a:ext cx="22749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_tradnl" altLang="es-EC" dirty="0"/>
              <a:t>Izquierda - izquierda</a:t>
            </a:r>
            <a:endParaRPr lang="en-US" altLang="en-US" dirty="0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BD2BE71F-8F76-B74E-92E2-D237DB1C9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1216" y="5383716"/>
            <a:ext cx="2095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Derecha - derecha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18109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79CBFB01-5B3C-FE4A-9914-1E0106CF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177" y="765175"/>
            <a:ext cx="73276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izquierda – izquierda =&gt; Rotación (simple) hacia la derecha</a:t>
            </a:r>
            <a:endParaRPr lang="en-US" alt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8C25BD5-5D0D-CD42-9249-310006BD5148}"/>
              </a:ext>
            </a:extLst>
          </p:cNvPr>
          <p:cNvGrpSpPr/>
          <p:nvPr/>
        </p:nvGrpSpPr>
        <p:grpSpPr>
          <a:xfrm>
            <a:off x="630407" y="1758210"/>
            <a:ext cx="3797577" cy="2626315"/>
            <a:chOff x="558399" y="1758210"/>
            <a:chExt cx="3797577" cy="2626315"/>
          </a:xfrm>
        </p:grpSpPr>
        <p:sp>
          <p:nvSpPr>
            <p:cNvPr id="19" name="Oval 1">
              <a:extLst>
                <a:ext uri="{FF2B5EF4-FFF2-40B4-BE49-F238E27FC236}">
                  <a16:creationId xmlns:a16="http://schemas.microsoft.com/office/drawing/2014/main" id="{05D254E0-DF41-D74D-978E-0C582A72E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4236" y="175821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12</a:t>
              </a:r>
            </a:p>
          </p:txBody>
        </p:sp>
        <p:sp>
          <p:nvSpPr>
            <p:cNvPr id="20" name="Oval 10">
              <a:extLst>
                <a:ext uri="{FF2B5EF4-FFF2-40B4-BE49-F238E27FC236}">
                  <a16:creationId xmlns:a16="http://schemas.microsoft.com/office/drawing/2014/main" id="{72D98C64-1E00-584E-AF96-4BAB3ABB4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135" y="2479769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</a:t>
              </a:r>
            </a:p>
          </p:txBody>
        </p:sp>
        <p:sp>
          <p:nvSpPr>
            <p:cNvPr id="21" name="Oval 11">
              <a:extLst>
                <a:ext uri="{FF2B5EF4-FFF2-40B4-BE49-F238E27FC236}">
                  <a16:creationId xmlns:a16="http://schemas.microsoft.com/office/drawing/2014/main" id="{1B8788B5-6816-E249-B2F1-0AA855F13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297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7B09693-D50E-5C45-8BFB-2E9638F8FA38}"/>
                </a:ext>
              </a:extLst>
            </p:cNvPr>
            <p:cNvCxnSpPr>
              <a:cxnSpLocks/>
              <a:stCxn id="19" idx="3"/>
              <a:endCxn id="20" idx="7"/>
            </p:cNvCxnSpPr>
            <p:nvPr/>
          </p:nvCxnSpPr>
          <p:spPr bwMode="auto">
            <a:xfrm flipH="1">
              <a:off x="1826478" y="2152244"/>
              <a:ext cx="905365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Oval 11">
              <a:extLst>
                <a:ext uri="{FF2B5EF4-FFF2-40B4-BE49-F238E27FC236}">
                  <a16:creationId xmlns:a16="http://schemas.microsoft.com/office/drawing/2014/main" id="{E9AB9E96-6A55-CF4F-BAB2-A9FDD8792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992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sp>
          <p:nvSpPr>
            <p:cNvPr id="24" name="Oval 11">
              <a:extLst>
                <a:ext uri="{FF2B5EF4-FFF2-40B4-BE49-F238E27FC236}">
                  <a16:creationId xmlns:a16="http://schemas.microsoft.com/office/drawing/2014/main" id="{C9CD5564-46C1-4B4A-83D7-1AF83C636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399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2</a:t>
              </a:r>
            </a:p>
          </p:txBody>
        </p:sp>
        <p:sp>
          <p:nvSpPr>
            <p:cNvPr id="25" name="Oval 11">
              <a:extLst>
                <a:ext uri="{FF2B5EF4-FFF2-40B4-BE49-F238E27FC236}">
                  <a16:creationId xmlns:a16="http://schemas.microsoft.com/office/drawing/2014/main" id="{4DA17D88-CF07-C34D-A7BC-1B6F82F82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195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6</a:t>
              </a:r>
            </a:p>
          </p:txBody>
        </p:sp>
        <p:sp>
          <p:nvSpPr>
            <p:cNvPr id="26" name="Oval 10">
              <a:extLst>
                <a:ext uri="{FF2B5EF4-FFF2-40B4-BE49-F238E27FC236}">
                  <a16:creationId xmlns:a16="http://schemas.microsoft.com/office/drawing/2014/main" id="{8B7A571F-DA99-674E-B383-14A2B8992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6319" y="2479769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16</a:t>
              </a:r>
            </a:p>
          </p:txBody>
        </p:sp>
        <p:sp>
          <p:nvSpPr>
            <p:cNvPr id="27" name="Oval 10">
              <a:extLst>
                <a:ext uri="{FF2B5EF4-FFF2-40B4-BE49-F238E27FC236}">
                  <a16:creationId xmlns:a16="http://schemas.microsoft.com/office/drawing/2014/main" id="{1C57AED9-2919-C543-973B-76EEC1049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503" y="3201326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14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C222E3F-3236-C947-9CD9-3391B388D9E1}"/>
                </a:ext>
              </a:extLst>
            </p:cNvPr>
            <p:cNvCxnSpPr>
              <a:cxnSpLocks/>
              <a:stCxn id="26" idx="1"/>
              <a:endCxn id="19" idx="5"/>
            </p:cNvCxnSpPr>
            <p:nvPr/>
          </p:nvCxnSpPr>
          <p:spPr bwMode="auto">
            <a:xfrm flipH="1" flipV="1">
              <a:off x="3058270" y="2152244"/>
              <a:ext cx="905363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4898F5E-CDE9-7949-8AD2-F1A5935C16E5}"/>
                </a:ext>
              </a:extLst>
            </p:cNvPr>
            <p:cNvCxnSpPr>
              <a:cxnSpLocks/>
              <a:stCxn id="21" idx="7"/>
              <a:endCxn id="20" idx="3"/>
            </p:cNvCxnSpPr>
            <p:nvPr/>
          </p:nvCxnSpPr>
          <p:spPr bwMode="auto">
            <a:xfrm flipV="1">
              <a:off x="1302329" y="2873802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61D5D02-6BF1-7342-8DA5-837E3DD500BD}"/>
                </a:ext>
              </a:extLst>
            </p:cNvPr>
            <p:cNvCxnSpPr>
              <a:cxnSpLocks/>
              <a:stCxn id="26" idx="3"/>
              <a:endCxn id="27" idx="7"/>
            </p:cNvCxnSpPr>
            <p:nvPr/>
          </p:nvCxnSpPr>
          <p:spPr bwMode="auto">
            <a:xfrm flipH="1">
              <a:off x="3590845" y="2873802"/>
              <a:ext cx="372788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043F649-EB85-814D-8E36-5A8AACAC264A}"/>
                </a:ext>
              </a:extLst>
            </p:cNvPr>
            <p:cNvCxnSpPr>
              <a:cxnSpLocks/>
              <a:stCxn id="23" idx="1"/>
              <a:endCxn id="20" idx="5"/>
            </p:cNvCxnSpPr>
            <p:nvPr/>
          </p:nvCxnSpPr>
          <p:spPr bwMode="auto">
            <a:xfrm flipH="1" flipV="1">
              <a:off x="1826478" y="2873802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E9FCBA9-794D-EE45-B0EE-9EC1840F0DDB}"/>
                </a:ext>
              </a:extLst>
            </p:cNvPr>
            <p:cNvCxnSpPr>
              <a:cxnSpLocks/>
              <a:stCxn id="21" idx="3"/>
              <a:endCxn id="24" idx="0"/>
            </p:cNvCxnSpPr>
            <p:nvPr/>
          </p:nvCxnSpPr>
          <p:spPr bwMode="auto">
            <a:xfrm flipH="1">
              <a:off x="789219" y="3595361"/>
              <a:ext cx="186684" cy="327525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E7E813-1056-6B4D-AD83-E6F8B8A98957}"/>
                </a:ext>
              </a:extLst>
            </p:cNvPr>
            <p:cNvCxnSpPr>
              <a:cxnSpLocks/>
              <a:stCxn id="21" idx="5"/>
              <a:endCxn id="25" idx="0"/>
            </p:cNvCxnSpPr>
            <p:nvPr/>
          </p:nvCxnSpPr>
          <p:spPr bwMode="auto">
            <a:xfrm>
              <a:off x="1302329" y="3595361"/>
              <a:ext cx="186686" cy="327525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5833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79CBFB01-5B3C-FE4A-9914-1E0106CF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177" y="765175"/>
            <a:ext cx="73276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izquierda – izquierda =&gt; Rotación (simple) hacia la derecha</a:t>
            </a:r>
            <a:endParaRPr lang="en-US" altLang="en-US" dirty="0"/>
          </a:p>
        </p:txBody>
      </p:sp>
      <p:sp>
        <p:nvSpPr>
          <p:cNvPr id="121" name="Oval 1">
            <a:extLst>
              <a:ext uri="{FF2B5EF4-FFF2-40B4-BE49-F238E27FC236}">
                <a16:creationId xmlns:a16="http://schemas.microsoft.com/office/drawing/2014/main" id="{171A6735-743C-A242-AA47-D641CC5DD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556" y="4895014"/>
            <a:ext cx="461639" cy="461639"/>
          </a:xfrm>
          <a:prstGeom prst="ellipse">
            <a:avLst/>
          </a:prstGeom>
          <a:ln w="19050"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1B7801-68FD-AF44-9CF1-C283CCB49DDE}"/>
              </a:ext>
            </a:extLst>
          </p:cNvPr>
          <p:cNvSpPr/>
          <p:nvPr/>
        </p:nvSpPr>
        <p:spPr>
          <a:xfrm>
            <a:off x="3563888" y="4941168"/>
            <a:ext cx="15434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altLang="es-EC" dirty="0"/>
              <a:t>Nuevo nodo:</a:t>
            </a:r>
            <a:endParaRPr lang="en-US" alt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94D65F9-E955-5347-BBEB-371975A521D5}"/>
              </a:ext>
            </a:extLst>
          </p:cNvPr>
          <p:cNvGrpSpPr/>
          <p:nvPr/>
        </p:nvGrpSpPr>
        <p:grpSpPr>
          <a:xfrm>
            <a:off x="630407" y="1758210"/>
            <a:ext cx="3797577" cy="2626315"/>
            <a:chOff x="558399" y="1758210"/>
            <a:chExt cx="3797577" cy="2626315"/>
          </a:xfrm>
        </p:grpSpPr>
        <p:sp>
          <p:nvSpPr>
            <p:cNvPr id="25" name="Oval 1">
              <a:extLst>
                <a:ext uri="{FF2B5EF4-FFF2-40B4-BE49-F238E27FC236}">
                  <a16:creationId xmlns:a16="http://schemas.microsoft.com/office/drawing/2014/main" id="{65C7AA44-DB09-724E-B4DB-5E4556B39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4236" y="175821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12</a:t>
              </a:r>
            </a:p>
          </p:txBody>
        </p:sp>
        <p:sp>
          <p:nvSpPr>
            <p:cNvPr id="26" name="Oval 10">
              <a:extLst>
                <a:ext uri="{FF2B5EF4-FFF2-40B4-BE49-F238E27FC236}">
                  <a16:creationId xmlns:a16="http://schemas.microsoft.com/office/drawing/2014/main" id="{27B1FC62-A153-BD43-9226-74EF46724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135" y="2479769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</a:t>
              </a:r>
            </a:p>
          </p:txBody>
        </p:sp>
        <p:sp>
          <p:nvSpPr>
            <p:cNvPr id="27" name="Oval 11">
              <a:extLst>
                <a:ext uri="{FF2B5EF4-FFF2-40B4-BE49-F238E27FC236}">
                  <a16:creationId xmlns:a16="http://schemas.microsoft.com/office/drawing/2014/main" id="{64101EEB-C6FB-1046-9962-04689C96A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297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80F3FE5-3A25-FC45-BBBC-6AFB92B203B2}"/>
                </a:ext>
              </a:extLst>
            </p:cNvPr>
            <p:cNvCxnSpPr>
              <a:cxnSpLocks/>
              <a:stCxn id="25" idx="3"/>
              <a:endCxn id="26" idx="7"/>
            </p:cNvCxnSpPr>
            <p:nvPr/>
          </p:nvCxnSpPr>
          <p:spPr bwMode="auto">
            <a:xfrm flipH="1">
              <a:off x="1826478" y="2152244"/>
              <a:ext cx="905365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11">
              <a:extLst>
                <a:ext uri="{FF2B5EF4-FFF2-40B4-BE49-F238E27FC236}">
                  <a16:creationId xmlns:a16="http://schemas.microsoft.com/office/drawing/2014/main" id="{86D3E1EE-F52A-FD46-B08C-523C9B2E8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992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sp>
          <p:nvSpPr>
            <p:cNvPr id="30" name="Oval 11">
              <a:extLst>
                <a:ext uri="{FF2B5EF4-FFF2-40B4-BE49-F238E27FC236}">
                  <a16:creationId xmlns:a16="http://schemas.microsoft.com/office/drawing/2014/main" id="{E8F581D6-8DB0-F54C-BEB2-27CE23B2E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399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2</a:t>
              </a:r>
            </a:p>
          </p:txBody>
        </p:sp>
        <p:sp>
          <p:nvSpPr>
            <p:cNvPr id="31" name="Oval 11">
              <a:extLst>
                <a:ext uri="{FF2B5EF4-FFF2-40B4-BE49-F238E27FC236}">
                  <a16:creationId xmlns:a16="http://schemas.microsoft.com/office/drawing/2014/main" id="{AC3798DE-EBBB-7C4D-9093-74F2256CF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195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6</a:t>
              </a:r>
            </a:p>
          </p:txBody>
        </p:sp>
        <p:sp>
          <p:nvSpPr>
            <p:cNvPr id="32" name="Oval 10">
              <a:extLst>
                <a:ext uri="{FF2B5EF4-FFF2-40B4-BE49-F238E27FC236}">
                  <a16:creationId xmlns:a16="http://schemas.microsoft.com/office/drawing/2014/main" id="{B9711AAC-9911-744A-A393-1A48627A2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6319" y="2479769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16</a:t>
              </a:r>
            </a:p>
          </p:txBody>
        </p:sp>
        <p:sp>
          <p:nvSpPr>
            <p:cNvPr id="33" name="Oval 10">
              <a:extLst>
                <a:ext uri="{FF2B5EF4-FFF2-40B4-BE49-F238E27FC236}">
                  <a16:creationId xmlns:a16="http://schemas.microsoft.com/office/drawing/2014/main" id="{A292830B-27D9-0D46-B6BF-D0C95ACE7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503" y="3201326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14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B5AD010-E2F0-E94E-8AFB-71E2FA960D91}"/>
                </a:ext>
              </a:extLst>
            </p:cNvPr>
            <p:cNvCxnSpPr>
              <a:cxnSpLocks/>
              <a:stCxn id="32" idx="1"/>
              <a:endCxn id="25" idx="5"/>
            </p:cNvCxnSpPr>
            <p:nvPr/>
          </p:nvCxnSpPr>
          <p:spPr bwMode="auto">
            <a:xfrm flipH="1" flipV="1">
              <a:off x="3058270" y="2152244"/>
              <a:ext cx="905363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BB48069-61F6-E040-92AD-011A8F1EEC0B}"/>
                </a:ext>
              </a:extLst>
            </p:cNvPr>
            <p:cNvCxnSpPr>
              <a:cxnSpLocks/>
              <a:stCxn id="27" idx="7"/>
              <a:endCxn id="26" idx="3"/>
            </p:cNvCxnSpPr>
            <p:nvPr/>
          </p:nvCxnSpPr>
          <p:spPr bwMode="auto">
            <a:xfrm flipV="1">
              <a:off x="1302329" y="2873802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98B9582-0676-454D-8D15-2A56A6429C13}"/>
                </a:ext>
              </a:extLst>
            </p:cNvPr>
            <p:cNvCxnSpPr>
              <a:cxnSpLocks/>
              <a:stCxn id="32" idx="3"/>
              <a:endCxn id="33" idx="7"/>
            </p:cNvCxnSpPr>
            <p:nvPr/>
          </p:nvCxnSpPr>
          <p:spPr bwMode="auto">
            <a:xfrm flipH="1">
              <a:off x="3590845" y="2873802"/>
              <a:ext cx="372788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EB8C79A-7A63-1244-B2C5-6F6DEFDB3D2E}"/>
                </a:ext>
              </a:extLst>
            </p:cNvPr>
            <p:cNvCxnSpPr>
              <a:cxnSpLocks/>
              <a:stCxn id="29" idx="1"/>
              <a:endCxn id="26" idx="5"/>
            </p:cNvCxnSpPr>
            <p:nvPr/>
          </p:nvCxnSpPr>
          <p:spPr bwMode="auto">
            <a:xfrm flipH="1" flipV="1">
              <a:off x="1826478" y="2873802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5EE317C-3E64-834E-9170-321C1A12EBC3}"/>
                </a:ext>
              </a:extLst>
            </p:cNvPr>
            <p:cNvCxnSpPr>
              <a:cxnSpLocks/>
              <a:stCxn id="27" idx="3"/>
              <a:endCxn id="30" idx="0"/>
            </p:cNvCxnSpPr>
            <p:nvPr/>
          </p:nvCxnSpPr>
          <p:spPr bwMode="auto">
            <a:xfrm flipH="1">
              <a:off x="789219" y="3595361"/>
              <a:ext cx="186684" cy="327525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99E7A9C-CEFE-3043-9A21-D4D0FA8BB77E}"/>
                </a:ext>
              </a:extLst>
            </p:cNvPr>
            <p:cNvCxnSpPr>
              <a:cxnSpLocks/>
              <a:stCxn id="27" idx="5"/>
              <a:endCxn id="31" idx="0"/>
            </p:cNvCxnSpPr>
            <p:nvPr/>
          </p:nvCxnSpPr>
          <p:spPr bwMode="auto">
            <a:xfrm>
              <a:off x="1302329" y="3595361"/>
              <a:ext cx="186686" cy="327525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58982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79CBFB01-5B3C-FE4A-9914-1E0106CF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177" y="765175"/>
            <a:ext cx="73276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izquierda – izquierda =&gt; Rotación (simple) hacia la derecha</a:t>
            </a:r>
            <a:endParaRPr lang="en-US" altLang="en-US" dirty="0"/>
          </a:p>
        </p:txBody>
      </p:sp>
      <p:sp>
        <p:nvSpPr>
          <p:cNvPr id="49160" name="Oval 1">
            <a:extLst>
              <a:ext uri="{FF2B5EF4-FFF2-40B4-BE49-F238E27FC236}">
                <a16:creationId xmlns:a16="http://schemas.microsoft.com/office/drawing/2014/main" id="{E3B62B6B-AEEF-3D4F-8EC1-004DEE745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6244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12</a:t>
            </a:r>
          </a:p>
        </p:txBody>
      </p:sp>
      <p:sp>
        <p:nvSpPr>
          <p:cNvPr id="49161" name="Oval 10">
            <a:extLst>
              <a:ext uri="{FF2B5EF4-FFF2-40B4-BE49-F238E27FC236}">
                <a16:creationId xmlns:a16="http://schemas.microsoft.com/office/drawing/2014/main" id="{BA49EF29-55E1-8F4C-AD19-3B392AE99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6143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</a:t>
            </a:r>
          </a:p>
        </p:txBody>
      </p:sp>
      <p:sp>
        <p:nvSpPr>
          <p:cNvPr id="49162" name="Oval 11">
            <a:extLst>
              <a:ext uri="{FF2B5EF4-FFF2-40B4-BE49-F238E27FC236}">
                <a16:creationId xmlns:a16="http://schemas.microsoft.com/office/drawing/2014/main" id="{BD20D8E9-BFEC-7942-BD59-50624C827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305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307B69-BB51-E748-AA8B-117CA0C0EEA4}"/>
              </a:ext>
            </a:extLst>
          </p:cNvPr>
          <p:cNvCxnSpPr>
            <a:cxnSpLocks/>
            <a:stCxn id="49160" idx="3"/>
            <a:endCxn id="49161" idx="7"/>
          </p:cNvCxnSpPr>
          <p:nvPr/>
        </p:nvCxnSpPr>
        <p:spPr bwMode="auto">
          <a:xfrm flipH="1">
            <a:off x="1898486" y="2152244"/>
            <a:ext cx="905365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Oval 11">
            <a:extLst>
              <a:ext uri="{FF2B5EF4-FFF2-40B4-BE49-F238E27FC236}">
                <a16:creationId xmlns:a16="http://schemas.microsoft.com/office/drawing/2014/main" id="{A3F3EFC3-D649-154F-91FB-8C2735EC5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000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10</a:t>
            </a:r>
          </a:p>
        </p:txBody>
      </p:sp>
      <p:sp>
        <p:nvSpPr>
          <p:cNvPr id="54" name="Oval 11">
            <a:extLst>
              <a:ext uri="{FF2B5EF4-FFF2-40B4-BE49-F238E27FC236}">
                <a16:creationId xmlns:a16="http://schemas.microsoft.com/office/drawing/2014/main" id="{96FF67BD-6DC2-CD40-A043-83A942D59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407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</a:t>
            </a:r>
          </a:p>
        </p:txBody>
      </p:sp>
      <p:sp>
        <p:nvSpPr>
          <p:cNvPr id="56" name="Oval 11">
            <a:extLst>
              <a:ext uri="{FF2B5EF4-FFF2-40B4-BE49-F238E27FC236}">
                <a16:creationId xmlns:a16="http://schemas.microsoft.com/office/drawing/2014/main" id="{85AC3178-A751-A04C-AA9E-A124D1691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20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</a:t>
            </a:r>
          </a:p>
        </p:txBody>
      </p:sp>
      <p:sp>
        <p:nvSpPr>
          <p:cNvPr id="57" name="Oval 10">
            <a:extLst>
              <a:ext uri="{FF2B5EF4-FFF2-40B4-BE49-F238E27FC236}">
                <a16:creationId xmlns:a16="http://schemas.microsoft.com/office/drawing/2014/main" id="{4226A0E1-2C45-9B47-B79E-FBAD6E469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327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16</a:t>
            </a:r>
          </a:p>
        </p:txBody>
      </p:sp>
      <p:sp>
        <p:nvSpPr>
          <p:cNvPr id="58" name="Oval 10">
            <a:extLst>
              <a:ext uri="{FF2B5EF4-FFF2-40B4-BE49-F238E27FC236}">
                <a16:creationId xmlns:a16="http://schemas.microsoft.com/office/drawing/2014/main" id="{B4A2AB65-B279-7C42-877E-13BF9FF34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511" y="3201326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14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537D567-9EF9-A340-966E-7E649D57A321}"/>
              </a:ext>
            </a:extLst>
          </p:cNvPr>
          <p:cNvCxnSpPr>
            <a:cxnSpLocks/>
            <a:stCxn id="57" idx="1"/>
            <a:endCxn id="49160" idx="5"/>
          </p:cNvCxnSpPr>
          <p:nvPr/>
        </p:nvCxnSpPr>
        <p:spPr bwMode="auto">
          <a:xfrm flipH="1" flipV="1">
            <a:off x="3130278" y="2152244"/>
            <a:ext cx="905363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42A0D67-702D-3D4D-B002-B1CABCF07DF2}"/>
              </a:ext>
            </a:extLst>
          </p:cNvPr>
          <p:cNvCxnSpPr>
            <a:cxnSpLocks/>
            <a:stCxn id="49162" idx="7"/>
            <a:endCxn id="49161" idx="3"/>
          </p:cNvCxnSpPr>
          <p:nvPr/>
        </p:nvCxnSpPr>
        <p:spPr bwMode="auto">
          <a:xfrm flipV="1">
            <a:off x="1374337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D7FF0F6-A4FF-BC4E-B5B3-692C46E15BE7}"/>
              </a:ext>
            </a:extLst>
          </p:cNvPr>
          <p:cNvCxnSpPr>
            <a:cxnSpLocks/>
            <a:stCxn id="57" idx="3"/>
            <a:endCxn id="58" idx="7"/>
          </p:cNvCxnSpPr>
          <p:nvPr/>
        </p:nvCxnSpPr>
        <p:spPr bwMode="auto">
          <a:xfrm flipH="1">
            <a:off x="3662853" y="2873802"/>
            <a:ext cx="372788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46FF9C1-5F8E-9040-86D1-BF8D176B3EAD}"/>
              </a:ext>
            </a:extLst>
          </p:cNvPr>
          <p:cNvCxnSpPr>
            <a:cxnSpLocks/>
            <a:stCxn id="49" idx="1"/>
            <a:endCxn id="49161" idx="5"/>
          </p:cNvCxnSpPr>
          <p:nvPr/>
        </p:nvCxnSpPr>
        <p:spPr bwMode="auto">
          <a:xfrm flipH="1" flipV="1">
            <a:off x="1898486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532559F-9656-F941-B242-8625C29B2394}"/>
              </a:ext>
            </a:extLst>
          </p:cNvPr>
          <p:cNvCxnSpPr>
            <a:cxnSpLocks/>
            <a:stCxn id="49162" idx="3"/>
            <a:endCxn id="54" idx="0"/>
          </p:cNvCxnSpPr>
          <p:nvPr/>
        </p:nvCxnSpPr>
        <p:spPr bwMode="auto">
          <a:xfrm flipH="1">
            <a:off x="861227" y="3595361"/>
            <a:ext cx="186684" cy="32752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AA01732-99DD-1442-B14E-674B07606447}"/>
              </a:ext>
            </a:extLst>
          </p:cNvPr>
          <p:cNvCxnSpPr>
            <a:cxnSpLocks/>
            <a:stCxn id="49162" idx="5"/>
            <a:endCxn id="56" idx="0"/>
          </p:cNvCxnSpPr>
          <p:nvPr/>
        </p:nvCxnSpPr>
        <p:spPr bwMode="auto">
          <a:xfrm>
            <a:off x="1374337" y="3595361"/>
            <a:ext cx="186686" cy="32752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Oval 1">
            <a:extLst>
              <a:ext uri="{FF2B5EF4-FFF2-40B4-BE49-F238E27FC236}">
                <a16:creationId xmlns:a16="http://schemas.microsoft.com/office/drawing/2014/main" id="{171A6735-743C-A242-AA47-D641CC5DD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4655376"/>
            <a:ext cx="461639" cy="461639"/>
          </a:xfrm>
          <a:prstGeom prst="ellipse">
            <a:avLst/>
          </a:prstGeom>
          <a:ln w="19050"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3A97C67-8EDD-D54B-B5DD-FE79A3D052E2}"/>
              </a:ext>
            </a:extLst>
          </p:cNvPr>
          <p:cNvCxnSpPr>
            <a:cxnSpLocks/>
          </p:cNvCxnSpPr>
          <p:nvPr/>
        </p:nvCxnSpPr>
        <p:spPr bwMode="auto">
          <a:xfrm flipH="1">
            <a:off x="510210" y="4340087"/>
            <a:ext cx="228599" cy="3379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339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79CBFB01-5B3C-FE4A-9914-1E0106CF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177" y="765175"/>
            <a:ext cx="73276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izquierda – izquierda =&gt; Rotación (simple) hacia la derecha</a:t>
            </a:r>
            <a:endParaRPr lang="en-US" altLang="en-US" dirty="0"/>
          </a:p>
        </p:txBody>
      </p:sp>
      <p:sp>
        <p:nvSpPr>
          <p:cNvPr id="49160" name="Oval 1">
            <a:extLst>
              <a:ext uri="{FF2B5EF4-FFF2-40B4-BE49-F238E27FC236}">
                <a16:creationId xmlns:a16="http://schemas.microsoft.com/office/drawing/2014/main" id="{E3B62B6B-AEEF-3D4F-8EC1-004DEE745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6244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12</a:t>
            </a:r>
          </a:p>
        </p:txBody>
      </p:sp>
      <p:sp>
        <p:nvSpPr>
          <p:cNvPr id="49161" name="Oval 10">
            <a:extLst>
              <a:ext uri="{FF2B5EF4-FFF2-40B4-BE49-F238E27FC236}">
                <a16:creationId xmlns:a16="http://schemas.microsoft.com/office/drawing/2014/main" id="{BA49EF29-55E1-8F4C-AD19-3B392AE99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6143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</a:t>
            </a:r>
          </a:p>
        </p:txBody>
      </p:sp>
      <p:sp>
        <p:nvSpPr>
          <p:cNvPr id="49162" name="Oval 11">
            <a:extLst>
              <a:ext uri="{FF2B5EF4-FFF2-40B4-BE49-F238E27FC236}">
                <a16:creationId xmlns:a16="http://schemas.microsoft.com/office/drawing/2014/main" id="{BD20D8E9-BFEC-7942-BD59-50624C827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305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307B69-BB51-E748-AA8B-117CA0C0EEA4}"/>
              </a:ext>
            </a:extLst>
          </p:cNvPr>
          <p:cNvCxnSpPr>
            <a:cxnSpLocks/>
            <a:stCxn id="49160" idx="3"/>
            <a:endCxn id="49161" idx="7"/>
          </p:cNvCxnSpPr>
          <p:nvPr/>
        </p:nvCxnSpPr>
        <p:spPr bwMode="auto">
          <a:xfrm flipH="1">
            <a:off x="1898486" y="2152244"/>
            <a:ext cx="905365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Oval 11">
            <a:extLst>
              <a:ext uri="{FF2B5EF4-FFF2-40B4-BE49-F238E27FC236}">
                <a16:creationId xmlns:a16="http://schemas.microsoft.com/office/drawing/2014/main" id="{A3F3EFC3-D649-154F-91FB-8C2735EC5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000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10</a:t>
            </a:r>
          </a:p>
        </p:txBody>
      </p:sp>
      <p:sp>
        <p:nvSpPr>
          <p:cNvPr id="54" name="Oval 11">
            <a:extLst>
              <a:ext uri="{FF2B5EF4-FFF2-40B4-BE49-F238E27FC236}">
                <a16:creationId xmlns:a16="http://schemas.microsoft.com/office/drawing/2014/main" id="{96FF67BD-6DC2-CD40-A043-83A942D59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407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</a:t>
            </a:r>
          </a:p>
        </p:txBody>
      </p:sp>
      <p:sp>
        <p:nvSpPr>
          <p:cNvPr id="56" name="Oval 11">
            <a:extLst>
              <a:ext uri="{FF2B5EF4-FFF2-40B4-BE49-F238E27FC236}">
                <a16:creationId xmlns:a16="http://schemas.microsoft.com/office/drawing/2014/main" id="{85AC3178-A751-A04C-AA9E-A124D1691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20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</a:t>
            </a:r>
          </a:p>
        </p:txBody>
      </p:sp>
      <p:sp>
        <p:nvSpPr>
          <p:cNvPr id="57" name="Oval 10">
            <a:extLst>
              <a:ext uri="{FF2B5EF4-FFF2-40B4-BE49-F238E27FC236}">
                <a16:creationId xmlns:a16="http://schemas.microsoft.com/office/drawing/2014/main" id="{4226A0E1-2C45-9B47-B79E-FBAD6E469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327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16</a:t>
            </a:r>
          </a:p>
        </p:txBody>
      </p:sp>
      <p:sp>
        <p:nvSpPr>
          <p:cNvPr id="58" name="Oval 10">
            <a:extLst>
              <a:ext uri="{FF2B5EF4-FFF2-40B4-BE49-F238E27FC236}">
                <a16:creationId xmlns:a16="http://schemas.microsoft.com/office/drawing/2014/main" id="{B4A2AB65-B279-7C42-877E-13BF9FF34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511" y="3201326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14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537D567-9EF9-A340-966E-7E649D57A321}"/>
              </a:ext>
            </a:extLst>
          </p:cNvPr>
          <p:cNvCxnSpPr>
            <a:cxnSpLocks/>
            <a:stCxn id="57" idx="1"/>
            <a:endCxn id="49160" idx="5"/>
          </p:cNvCxnSpPr>
          <p:nvPr/>
        </p:nvCxnSpPr>
        <p:spPr bwMode="auto">
          <a:xfrm flipH="1" flipV="1">
            <a:off x="3130278" y="2152244"/>
            <a:ext cx="905363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42A0D67-702D-3D4D-B002-B1CABCF07DF2}"/>
              </a:ext>
            </a:extLst>
          </p:cNvPr>
          <p:cNvCxnSpPr>
            <a:cxnSpLocks/>
            <a:stCxn id="49162" idx="7"/>
            <a:endCxn id="49161" idx="3"/>
          </p:cNvCxnSpPr>
          <p:nvPr/>
        </p:nvCxnSpPr>
        <p:spPr bwMode="auto">
          <a:xfrm flipV="1">
            <a:off x="1374337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D7FF0F6-A4FF-BC4E-B5B3-692C46E15BE7}"/>
              </a:ext>
            </a:extLst>
          </p:cNvPr>
          <p:cNvCxnSpPr>
            <a:cxnSpLocks/>
            <a:stCxn id="57" idx="3"/>
            <a:endCxn id="58" idx="7"/>
          </p:cNvCxnSpPr>
          <p:nvPr/>
        </p:nvCxnSpPr>
        <p:spPr bwMode="auto">
          <a:xfrm flipH="1">
            <a:off x="3662853" y="2873802"/>
            <a:ext cx="372788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46FF9C1-5F8E-9040-86D1-BF8D176B3EAD}"/>
              </a:ext>
            </a:extLst>
          </p:cNvPr>
          <p:cNvCxnSpPr>
            <a:cxnSpLocks/>
            <a:stCxn id="49" idx="1"/>
            <a:endCxn id="49161" idx="5"/>
          </p:cNvCxnSpPr>
          <p:nvPr/>
        </p:nvCxnSpPr>
        <p:spPr bwMode="auto">
          <a:xfrm flipH="1" flipV="1">
            <a:off x="1898486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532559F-9656-F941-B242-8625C29B2394}"/>
              </a:ext>
            </a:extLst>
          </p:cNvPr>
          <p:cNvCxnSpPr>
            <a:cxnSpLocks/>
            <a:stCxn id="49162" idx="3"/>
            <a:endCxn id="54" idx="0"/>
          </p:cNvCxnSpPr>
          <p:nvPr/>
        </p:nvCxnSpPr>
        <p:spPr bwMode="auto">
          <a:xfrm flipH="1">
            <a:off x="861227" y="3595361"/>
            <a:ext cx="186684" cy="32752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AA01732-99DD-1442-B14E-674B07606447}"/>
              </a:ext>
            </a:extLst>
          </p:cNvPr>
          <p:cNvCxnSpPr>
            <a:cxnSpLocks/>
            <a:stCxn id="49162" idx="5"/>
            <a:endCxn id="56" idx="0"/>
          </p:cNvCxnSpPr>
          <p:nvPr/>
        </p:nvCxnSpPr>
        <p:spPr bwMode="auto">
          <a:xfrm>
            <a:off x="1374337" y="3595361"/>
            <a:ext cx="186686" cy="32752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Oval 1">
            <a:extLst>
              <a:ext uri="{FF2B5EF4-FFF2-40B4-BE49-F238E27FC236}">
                <a16:creationId xmlns:a16="http://schemas.microsoft.com/office/drawing/2014/main" id="{171A6735-743C-A242-AA47-D641CC5DD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465537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1</a:t>
            </a:r>
            <a:endParaRPr lang="en-US" altLang="en-US" sz="1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3A97C67-8EDD-D54B-B5DD-FE79A3D052E2}"/>
              </a:ext>
            </a:extLst>
          </p:cNvPr>
          <p:cNvCxnSpPr>
            <a:cxnSpLocks/>
          </p:cNvCxnSpPr>
          <p:nvPr/>
        </p:nvCxnSpPr>
        <p:spPr bwMode="auto">
          <a:xfrm flipH="1">
            <a:off x="510210" y="4340087"/>
            <a:ext cx="228599" cy="3379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228088C-6E75-3646-A59C-EE538E977539}"/>
              </a:ext>
            </a:extLst>
          </p:cNvPr>
          <p:cNvSpPr/>
          <p:nvPr/>
        </p:nvSpPr>
        <p:spPr>
          <a:xfrm>
            <a:off x="544603" y="3634554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821662-70E7-C342-A363-5D5AF14065D5}"/>
              </a:ext>
            </a:extLst>
          </p:cNvPr>
          <p:cNvSpPr/>
          <p:nvPr/>
        </p:nvSpPr>
        <p:spPr>
          <a:xfrm>
            <a:off x="1006929" y="2924944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A47CB8-BFC9-A34C-AE9D-D4C9B817676B}"/>
              </a:ext>
            </a:extLst>
          </p:cNvPr>
          <p:cNvSpPr/>
          <p:nvPr/>
        </p:nvSpPr>
        <p:spPr>
          <a:xfrm>
            <a:off x="1943210" y="2541312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-2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912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79CBFB01-5B3C-FE4A-9914-1E0106CF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177" y="765175"/>
            <a:ext cx="73276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izquierda – izquierda =&gt; Rotación (simple) hacia la derecha</a:t>
            </a:r>
            <a:endParaRPr lang="en-US" altLang="en-US" dirty="0"/>
          </a:p>
        </p:txBody>
      </p:sp>
      <p:sp>
        <p:nvSpPr>
          <p:cNvPr id="49160" name="Oval 1">
            <a:extLst>
              <a:ext uri="{FF2B5EF4-FFF2-40B4-BE49-F238E27FC236}">
                <a16:creationId xmlns:a16="http://schemas.microsoft.com/office/drawing/2014/main" id="{E3B62B6B-AEEF-3D4F-8EC1-004DEE745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6244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12</a:t>
            </a:r>
          </a:p>
        </p:txBody>
      </p:sp>
      <p:sp>
        <p:nvSpPr>
          <p:cNvPr id="49161" name="Oval 10">
            <a:extLst>
              <a:ext uri="{FF2B5EF4-FFF2-40B4-BE49-F238E27FC236}">
                <a16:creationId xmlns:a16="http://schemas.microsoft.com/office/drawing/2014/main" id="{BA49EF29-55E1-8F4C-AD19-3B392AE99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6143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</a:t>
            </a:r>
          </a:p>
        </p:txBody>
      </p:sp>
      <p:sp>
        <p:nvSpPr>
          <p:cNvPr id="49162" name="Oval 11">
            <a:extLst>
              <a:ext uri="{FF2B5EF4-FFF2-40B4-BE49-F238E27FC236}">
                <a16:creationId xmlns:a16="http://schemas.microsoft.com/office/drawing/2014/main" id="{BD20D8E9-BFEC-7942-BD59-50624C827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305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307B69-BB51-E748-AA8B-117CA0C0EEA4}"/>
              </a:ext>
            </a:extLst>
          </p:cNvPr>
          <p:cNvCxnSpPr>
            <a:cxnSpLocks/>
            <a:stCxn id="49160" idx="3"/>
            <a:endCxn id="49161" idx="7"/>
          </p:cNvCxnSpPr>
          <p:nvPr/>
        </p:nvCxnSpPr>
        <p:spPr bwMode="auto">
          <a:xfrm flipH="1">
            <a:off x="1898486" y="2152244"/>
            <a:ext cx="905365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Oval 11">
            <a:extLst>
              <a:ext uri="{FF2B5EF4-FFF2-40B4-BE49-F238E27FC236}">
                <a16:creationId xmlns:a16="http://schemas.microsoft.com/office/drawing/2014/main" id="{A3F3EFC3-D649-154F-91FB-8C2735EC5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000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10</a:t>
            </a:r>
          </a:p>
        </p:txBody>
      </p:sp>
      <p:sp>
        <p:nvSpPr>
          <p:cNvPr id="54" name="Oval 11">
            <a:extLst>
              <a:ext uri="{FF2B5EF4-FFF2-40B4-BE49-F238E27FC236}">
                <a16:creationId xmlns:a16="http://schemas.microsoft.com/office/drawing/2014/main" id="{96FF67BD-6DC2-CD40-A043-83A942D59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407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</a:t>
            </a:r>
          </a:p>
        </p:txBody>
      </p:sp>
      <p:sp>
        <p:nvSpPr>
          <p:cNvPr id="56" name="Oval 11">
            <a:extLst>
              <a:ext uri="{FF2B5EF4-FFF2-40B4-BE49-F238E27FC236}">
                <a16:creationId xmlns:a16="http://schemas.microsoft.com/office/drawing/2014/main" id="{85AC3178-A751-A04C-AA9E-A124D1691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20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</a:t>
            </a:r>
          </a:p>
        </p:txBody>
      </p:sp>
      <p:sp>
        <p:nvSpPr>
          <p:cNvPr id="57" name="Oval 10">
            <a:extLst>
              <a:ext uri="{FF2B5EF4-FFF2-40B4-BE49-F238E27FC236}">
                <a16:creationId xmlns:a16="http://schemas.microsoft.com/office/drawing/2014/main" id="{4226A0E1-2C45-9B47-B79E-FBAD6E469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327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16</a:t>
            </a:r>
          </a:p>
        </p:txBody>
      </p:sp>
      <p:sp>
        <p:nvSpPr>
          <p:cNvPr id="58" name="Oval 10">
            <a:extLst>
              <a:ext uri="{FF2B5EF4-FFF2-40B4-BE49-F238E27FC236}">
                <a16:creationId xmlns:a16="http://schemas.microsoft.com/office/drawing/2014/main" id="{B4A2AB65-B279-7C42-877E-13BF9FF34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511" y="3201326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14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537D567-9EF9-A340-966E-7E649D57A321}"/>
              </a:ext>
            </a:extLst>
          </p:cNvPr>
          <p:cNvCxnSpPr>
            <a:cxnSpLocks/>
            <a:stCxn id="57" idx="1"/>
            <a:endCxn id="49160" idx="5"/>
          </p:cNvCxnSpPr>
          <p:nvPr/>
        </p:nvCxnSpPr>
        <p:spPr bwMode="auto">
          <a:xfrm flipH="1" flipV="1">
            <a:off x="3130278" y="2152244"/>
            <a:ext cx="905363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42A0D67-702D-3D4D-B002-B1CABCF07DF2}"/>
              </a:ext>
            </a:extLst>
          </p:cNvPr>
          <p:cNvCxnSpPr>
            <a:cxnSpLocks/>
            <a:stCxn id="49162" idx="7"/>
            <a:endCxn id="49161" idx="3"/>
          </p:cNvCxnSpPr>
          <p:nvPr/>
        </p:nvCxnSpPr>
        <p:spPr bwMode="auto">
          <a:xfrm flipV="1">
            <a:off x="1374337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D7FF0F6-A4FF-BC4E-B5B3-692C46E15BE7}"/>
              </a:ext>
            </a:extLst>
          </p:cNvPr>
          <p:cNvCxnSpPr>
            <a:cxnSpLocks/>
            <a:stCxn id="57" idx="3"/>
            <a:endCxn id="58" idx="7"/>
          </p:cNvCxnSpPr>
          <p:nvPr/>
        </p:nvCxnSpPr>
        <p:spPr bwMode="auto">
          <a:xfrm flipH="1">
            <a:off x="3662853" y="2873802"/>
            <a:ext cx="372788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46FF9C1-5F8E-9040-86D1-BF8D176B3EAD}"/>
              </a:ext>
            </a:extLst>
          </p:cNvPr>
          <p:cNvCxnSpPr>
            <a:cxnSpLocks/>
            <a:stCxn id="49" idx="1"/>
            <a:endCxn id="49161" idx="5"/>
          </p:cNvCxnSpPr>
          <p:nvPr/>
        </p:nvCxnSpPr>
        <p:spPr bwMode="auto">
          <a:xfrm flipH="1" flipV="1">
            <a:off x="1898486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532559F-9656-F941-B242-8625C29B2394}"/>
              </a:ext>
            </a:extLst>
          </p:cNvPr>
          <p:cNvCxnSpPr>
            <a:cxnSpLocks/>
            <a:stCxn id="49162" idx="3"/>
            <a:endCxn id="54" idx="0"/>
          </p:cNvCxnSpPr>
          <p:nvPr/>
        </p:nvCxnSpPr>
        <p:spPr bwMode="auto">
          <a:xfrm flipH="1">
            <a:off x="861227" y="3595361"/>
            <a:ext cx="186684" cy="32752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AA01732-99DD-1442-B14E-674B07606447}"/>
              </a:ext>
            </a:extLst>
          </p:cNvPr>
          <p:cNvCxnSpPr>
            <a:cxnSpLocks/>
            <a:stCxn id="49162" idx="5"/>
            <a:endCxn id="56" idx="0"/>
          </p:cNvCxnSpPr>
          <p:nvPr/>
        </p:nvCxnSpPr>
        <p:spPr bwMode="auto">
          <a:xfrm>
            <a:off x="1374337" y="3595361"/>
            <a:ext cx="186686" cy="32752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Oval 1">
            <a:extLst>
              <a:ext uri="{FF2B5EF4-FFF2-40B4-BE49-F238E27FC236}">
                <a16:creationId xmlns:a16="http://schemas.microsoft.com/office/drawing/2014/main" id="{171A6735-743C-A242-AA47-D641CC5DD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465537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1</a:t>
            </a:r>
            <a:endParaRPr lang="en-US" altLang="en-US" sz="1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3A97C67-8EDD-D54B-B5DD-FE79A3D052E2}"/>
              </a:ext>
            </a:extLst>
          </p:cNvPr>
          <p:cNvCxnSpPr>
            <a:cxnSpLocks/>
          </p:cNvCxnSpPr>
          <p:nvPr/>
        </p:nvCxnSpPr>
        <p:spPr bwMode="auto">
          <a:xfrm flipH="1">
            <a:off x="510210" y="4340087"/>
            <a:ext cx="228599" cy="3379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228088C-6E75-3646-A59C-EE538E977539}"/>
              </a:ext>
            </a:extLst>
          </p:cNvPr>
          <p:cNvSpPr/>
          <p:nvPr/>
        </p:nvSpPr>
        <p:spPr>
          <a:xfrm>
            <a:off x="544603" y="3634554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821662-70E7-C342-A363-5D5AF14065D5}"/>
              </a:ext>
            </a:extLst>
          </p:cNvPr>
          <p:cNvSpPr/>
          <p:nvPr/>
        </p:nvSpPr>
        <p:spPr>
          <a:xfrm>
            <a:off x="1006929" y="2924944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F16BE0-048B-F34C-ABC7-E397DEA33543}"/>
              </a:ext>
            </a:extLst>
          </p:cNvPr>
          <p:cNvSpPr/>
          <p:nvPr/>
        </p:nvSpPr>
        <p:spPr>
          <a:xfrm>
            <a:off x="1943210" y="2541312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-2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878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79CBFB01-5B3C-FE4A-9914-1E0106CF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177" y="765175"/>
            <a:ext cx="73276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izquierda – izquierda =&gt; Rotación (simple) hacia la derecha</a:t>
            </a:r>
            <a:endParaRPr lang="en-US" altLang="en-US" dirty="0"/>
          </a:p>
        </p:txBody>
      </p:sp>
      <p:sp>
        <p:nvSpPr>
          <p:cNvPr id="49160" name="Oval 1">
            <a:extLst>
              <a:ext uri="{FF2B5EF4-FFF2-40B4-BE49-F238E27FC236}">
                <a16:creationId xmlns:a16="http://schemas.microsoft.com/office/drawing/2014/main" id="{E3B62B6B-AEEF-3D4F-8EC1-004DEE745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6244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12</a:t>
            </a:r>
          </a:p>
        </p:txBody>
      </p:sp>
      <p:sp>
        <p:nvSpPr>
          <p:cNvPr id="49161" name="Oval 10">
            <a:extLst>
              <a:ext uri="{FF2B5EF4-FFF2-40B4-BE49-F238E27FC236}">
                <a16:creationId xmlns:a16="http://schemas.microsoft.com/office/drawing/2014/main" id="{BA49EF29-55E1-8F4C-AD19-3B392AE99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6143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</a:t>
            </a:r>
          </a:p>
        </p:txBody>
      </p:sp>
      <p:sp>
        <p:nvSpPr>
          <p:cNvPr id="49162" name="Oval 11">
            <a:extLst>
              <a:ext uri="{FF2B5EF4-FFF2-40B4-BE49-F238E27FC236}">
                <a16:creationId xmlns:a16="http://schemas.microsoft.com/office/drawing/2014/main" id="{BD20D8E9-BFEC-7942-BD59-50624C827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305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307B69-BB51-E748-AA8B-117CA0C0EEA4}"/>
              </a:ext>
            </a:extLst>
          </p:cNvPr>
          <p:cNvCxnSpPr>
            <a:cxnSpLocks/>
            <a:stCxn id="49160" idx="3"/>
            <a:endCxn id="49161" idx="7"/>
          </p:cNvCxnSpPr>
          <p:nvPr/>
        </p:nvCxnSpPr>
        <p:spPr bwMode="auto">
          <a:xfrm flipH="1">
            <a:off x="1898486" y="2152244"/>
            <a:ext cx="905365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Oval 11">
            <a:extLst>
              <a:ext uri="{FF2B5EF4-FFF2-40B4-BE49-F238E27FC236}">
                <a16:creationId xmlns:a16="http://schemas.microsoft.com/office/drawing/2014/main" id="{A3F3EFC3-D649-154F-91FB-8C2735EC5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000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10</a:t>
            </a:r>
          </a:p>
        </p:txBody>
      </p:sp>
      <p:sp>
        <p:nvSpPr>
          <p:cNvPr id="54" name="Oval 11">
            <a:extLst>
              <a:ext uri="{FF2B5EF4-FFF2-40B4-BE49-F238E27FC236}">
                <a16:creationId xmlns:a16="http://schemas.microsoft.com/office/drawing/2014/main" id="{96FF67BD-6DC2-CD40-A043-83A942D59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407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</a:t>
            </a:r>
          </a:p>
        </p:txBody>
      </p:sp>
      <p:sp>
        <p:nvSpPr>
          <p:cNvPr id="56" name="Oval 11">
            <a:extLst>
              <a:ext uri="{FF2B5EF4-FFF2-40B4-BE49-F238E27FC236}">
                <a16:creationId xmlns:a16="http://schemas.microsoft.com/office/drawing/2014/main" id="{85AC3178-A751-A04C-AA9E-A124D1691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20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</a:t>
            </a:r>
          </a:p>
        </p:txBody>
      </p:sp>
      <p:sp>
        <p:nvSpPr>
          <p:cNvPr id="57" name="Oval 10">
            <a:extLst>
              <a:ext uri="{FF2B5EF4-FFF2-40B4-BE49-F238E27FC236}">
                <a16:creationId xmlns:a16="http://schemas.microsoft.com/office/drawing/2014/main" id="{4226A0E1-2C45-9B47-B79E-FBAD6E469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327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16</a:t>
            </a:r>
          </a:p>
        </p:txBody>
      </p:sp>
      <p:sp>
        <p:nvSpPr>
          <p:cNvPr id="58" name="Oval 10">
            <a:extLst>
              <a:ext uri="{FF2B5EF4-FFF2-40B4-BE49-F238E27FC236}">
                <a16:creationId xmlns:a16="http://schemas.microsoft.com/office/drawing/2014/main" id="{B4A2AB65-B279-7C42-877E-13BF9FF34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511" y="3201326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14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537D567-9EF9-A340-966E-7E649D57A321}"/>
              </a:ext>
            </a:extLst>
          </p:cNvPr>
          <p:cNvCxnSpPr>
            <a:cxnSpLocks/>
            <a:stCxn id="57" idx="1"/>
            <a:endCxn id="49160" idx="5"/>
          </p:cNvCxnSpPr>
          <p:nvPr/>
        </p:nvCxnSpPr>
        <p:spPr bwMode="auto">
          <a:xfrm flipH="1" flipV="1">
            <a:off x="3130278" y="2152244"/>
            <a:ext cx="905363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42A0D67-702D-3D4D-B002-B1CABCF07DF2}"/>
              </a:ext>
            </a:extLst>
          </p:cNvPr>
          <p:cNvCxnSpPr>
            <a:cxnSpLocks/>
            <a:stCxn id="49162" idx="7"/>
            <a:endCxn id="49161" idx="3"/>
          </p:cNvCxnSpPr>
          <p:nvPr/>
        </p:nvCxnSpPr>
        <p:spPr bwMode="auto">
          <a:xfrm flipV="1">
            <a:off x="1374337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D7FF0F6-A4FF-BC4E-B5B3-692C46E15BE7}"/>
              </a:ext>
            </a:extLst>
          </p:cNvPr>
          <p:cNvCxnSpPr>
            <a:cxnSpLocks/>
            <a:stCxn id="57" idx="3"/>
            <a:endCxn id="58" idx="7"/>
          </p:cNvCxnSpPr>
          <p:nvPr/>
        </p:nvCxnSpPr>
        <p:spPr bwMode="auto">
          <a:xfrm flipH="1">
            <a:off x="3662853" y="2873802"/>
            <a:ext cx="372788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46FF9C1-5F8E-9040-86D1-BF8D176B3EAD}"/>
              </a:ext>
            </a:extLst>
          </p:cNvPr>
          <p:cNvCxnSpPr>
            <a:cxnSpLocks/>
            <a:stCxn id="49" idx="1"/>
            <a:endCxn id="49161" idx="5"/>
          </p:cNvCxnSpPr>
          <p:nvPr/>
        </p:nvCxnSpPr>
        <p:spPr bwMode="auto">
          <a:xfrm flipH="1" flipV="1">
            <a:off x="1898486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532559F-9656-F941-B242-8625C29B2394}"/>
              </a:ext>
            </a:extLst>
          </p:cNvPr>
          <p:cNvCxnSpPr>
            <a:cxnSpLocks/>
            <a:stCxn id="49162" idx="3"/>
            <a:endCxn id="54" idx="0"/>
          </p:cNvCxnSpPr>
          <p:nvPr/>
        </p:nvCxnSpPr>
        <p:spPr bwMode="auto">
          <a:xfrm flipH="1">
            <a:off x="861227" y="3595361"/>
            <a:ext cx="186684" cy="32752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AA01732-99DD-1442-B14E-674B07606447}"/>
              </a:ext>
            </a:extLst>
          </p:cNvPr>
          <p:cNvCxnSpPr>
            <a:cxnSpLocks/>
            <a:stCxn id="49162" idx="5"/>
            <a:endCxn id="56" idx="0"/>
          </p:cNvCxnSpPr>
          <p:nvPr/>
        </p:nvCxnSpPr>
        <p:spPr bwMode="auto">
          <a:xfrm>
            <a:off x="1374337" y="3595361"/>
            <a:ext cx="186686" cy="32752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Oval 1">
            <a:extLst>
              <a:ext uri="{FF2B5EF4-FFF2-40B4-BE49-F238E27FC236}">
                <a16:creationId xmlns:a16="http://schemas.microsoft.com/office/drawing/2014/main" id="{171A6735-743C-A242-AA47-D641CC5DD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465537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1</a:t>
            </a:r>
            <a:endParaRPr lang="en-US" altLang="en-US" sz="1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3A97C67-8EDD-D54B-B5DD-FE79A3D052E2}"/>
              </a:ext>
            </a:extLst>
          </p:cNvPr>
          <p:cNvCxnSpPr>
            <a:cxnSpLocks/>
          </p:cNvCxnSpPr>
          <p:nvPr/>
        </p:nvCxnSpPr>
        <p:spPr bwMode="auto">
          <a:xfrm flipH="1">
            <a:off x="510210" y="4340087"/>
            <a:ext cx="228599" cy="3379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228088C-6E75-3646-A59C-EE538E977539}"/>
              </a:ext>
            </a:extLst>
          </p:cNvPr>
          <p:cNvSpPr/>
          <p:nvPr/>
        </p:nvSpPr>
        <p:spPr>
          <a:xfrm>
            <a:off x="544603" y="3634554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821662-70E7-C342-A363-5D5AF14065D5}"/>
              </a:ext>
            </a:extLst>
          </p:cNvPr>
          <p:cNvSpPr/>
          <p:nvPr/>
        </p:nvSpPr>
        <p:spPr>
          <a:xfrm>
            <a:off x="1006929" y="2924944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7E540BF-8D34-0042-8714-06B0A4B97204}"/>
              </a:ext>
            </a:extLst>
          </p:cNvPr>
          <p:cNvSpPr/>
          <p:nvPr/>
        </p:nvSpPr>
        <p:spPr bwMode="auto">
          <a:xfrm>
            <a:off x="1680428" y="2974681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D32555-F132-F846-9022-DA9041111F2B}"/>
              </a:ext>
            </a:extLst>
          </p:cNvPr>
          <p:cNvSpPr/>
          <p:nvPr/>
        </p:nvSpPr>
        <p:spPr>
          <a:xfrm>
            <a:off x="1943210" y="2541312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-2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7943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79CBFB01-5B3C-FE4A-9914-1E0106CF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177" y="765175"/>
            <a:ext cx="73276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izquierda – izquierda =&gt; Rotación (simple) hacia la derecha</a:t>
            </a:r>
            <a:endParaRPr lang="en-US" altLang="en-US" dirty="0"/>
          </a:p>
        </p:txBody>
      </p:sp>
      <p:sp>
        <p:nvSpPr>
          <p:cNvPr id="49160" name="Oval 1">
            <a:extLst>
              <a:ext uri="{FF2B5EF4-FFF2-40B4-BE49-F238E27FC236}">
                <a16:creationId xmlns:a16="http://schemas.microsoft.com/office/drawing/2014/main" id="{E3B62B6B-AEEF-3D4F-8EC1-004DEE745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6244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12</a:t>
            </a:r>
          </a:p>
        </p:txBody>
      </p:sp>
      <p:sp>
        <p:nvSpPr>
          <p:cNvPr id="49161" name="Oval 10">
            <a:extLst>
              <a:ext uri="{FF2B5EF4-FFF2-40B4-BE49-F238E27FC236}">
                <a16:creationId xmlns:a16="http://schemas.microsoft.com/office/drawing/2014/main" id="{BA49EF29-55E1-8F4C-AD19-3B392AE99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6143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</a:t>
            </a:r>
          </a:p>
        </p:txBody>
      </p:sp>
      <p:sp>
        <p:nvSpPr>
          <p:cNvPr id="49162" name="Oval 11">
            <a:extLst>
              <a:ext uri="{FF2B5EF4-FFF2-40B4-BE49-F238E27FC236}">
                <a16:creationId xmlns:a16="http://schemas.microsoft.com/office/drawing/2014/main" id="{BD20D8E9-BFEC-7942-BD59-50624C827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305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307B69-BB51-E748-AA8B-117CA0C0EEA4}"/>
              </a:ext>
            </a:extLst>
          </p:cNvPr>
          <p:cNvCxnSpPr>
            <a:cxnSpLocks/>
            <a:stCxn id="49160" idx="3"/>
            <a:endCxn id="49161" idx="7"/>
          </p:cNvCxnSpPr>
          <p:nvPr/>
        </p:nvCxnSpPr>
        <p:spPr bwMode="auto">
          <a:xfrm flipH="1">
            <a:off x="1898486" y="2152244"/>
            <a:ext cx="905365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Oval 11">
            <a:extLst>
              <a:ext uri="{FF2B5EF4-FFF2-40B4-BE49-F238E27FC236}">
                <a16:creationId xmlns:a16="http://schemas.microsoft.com/office/drawing/2014/main" id="{A3F3EFC3-D649-154F-91FB-8C2735EC5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000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10</a:t>
            </a:r>
          </a:p>
        </p:txBody>
      </p:sp>
      <p:sp>
        <p:nvSpPr>
          <p:cNvPr id="54" name="Oval 11">
            <a:extLst>
              <a:ext uri="{FF2B5EF4-FFF2-40B4-BE49-F238E27FC236}">
                <a16:creationId xmlns:a16="http://schemas.microsoft.com/office/drawing/2014/main" id="{96FF67BD-6DC2-CD40-A043-83A942D59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407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</a:t>
            </a:r>
          </a:p>
        </p:txBody>
      </p:sp>
      <p:sp>
        <p:nvSpPr>
          <p:cNvPr id="56" name="Oval 11">
            <a:extLst>
              <a:ext uri="{FF2B5EF4-FFF2-40B4-BE49-F238E27FC236}">
                <a16:creationId xmlns:a16="http://schemas.microsoft.com/office/drawing/2014/main" id="{85AC3178-A751-A04C-AA9E-A124D1691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20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</a:t>
            </a:r>
          </a:p>
        </p:txBody>
      </p:sp>
      <p:sp>
        <p:nvSpPr>
          <p:cNvPr id="57" name="Oval 10">
            <a:extLst>
              <a:ext uri="{FF2B5EF4-FFF2-40B4-BE49-F238E27FC236}">
                <a16:creationId xmlns:a16="http://schemas.microsoft.com/office/drawing/2014/main" id="{4226A0E1-2C45-9B47-B79E-FBAD6E469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327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16</a:t>
            </a:r>
          </a:p>
        </p:txBody>
      </p:sp>
      <p:sp>
        <p:nvSpPr>
          <p:cNvPr id="58" name="Oval 10">
            <a:extLst>
              <a:ext uri="{FF2B5EF4-FFF2-40B4-BE49-F238E27FC236}">
                <a16:creationId xmlns:a16="http://schemas.microsoft.com/office/drawing/2014/main" id="{B4A2AB65-B279-7C42-877E-13BF9FF34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511" y="3201326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14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537D567-9EF9-A340-966E-7E649D57A321}"/>
              </a:ext>
            </a:extLst>
          </p:cNvPr>
          <p:cNvCxnSpPr>
            <a:cxnSpLocks/>
            <a:stCxn id="57" idx="1"/>
            <a:endCxn id="49160" idx="5"/>
          </p:cNvCxnSpPr>
          <p:nvPr/>
        </p:nvCxnSpPr>
        <p:spPr bwMode="auto">
          <a:xfrm flipH="1" flipV="1">
            <a:off x="3130278" y="2152244"/>
            <a:ext cx="905363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42A0D67-702D-3D4D-B002-B1CABCF07DF2}"/>
              </a:ext>
            </a:extLst>
          </p:cNvPr>
          <p:cNvCxnSpPr>
            <a:cxnSpLocks/>
            <a:stCxn id="49162" idx="7"/>
            <a:endCxn id="49161" idx="3"/>
          </p:cNvCxnSpPr>
          <p:nvPr/>
        </p:nvCxnSpPr>
        <p:spPr bwMode="auto">
          <a:xfrm flipV="1">
            <a:off x="1374337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D7FF0F6-A4FF-BC4E-B5B3-692C46E15BE7}"/>
              </a:ext>
            </a:extLst>
          </p:cNvPr>
          <p:cNvCxnSpPr>
            <a:cxnSpLocks/>
            <a:stCxn id="57" idx="3"/>
            <a:endCxn id="58" idx="7"/>
          </p:cNvCxnSpPr>
          <p:nvPr/>
        </p:nvCxnSpPr>
        <p:spPr bwMode="auto">
          <a:xfrm flipH="1">
            <a:off x="3662853" y="2873802"/>
            <a:ext cx="372788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46FF9C1-5F8E-9040-86D1-BF8D176B3EAD}"/>
              </a:ext>
            </a:extLst>
          </p:cNvPr>
          <p:cNvCxnSpPr>
            <a:cxnSpLocks/>
            <a:stCxn id="49" idx="1"/>
            <a:endCxn id="49161" idx="5"/>
          </p:cNvCxnSpPr>
          <p:nvPr/>
        </p:nvCxnSpPr>
        <p:spPr bwMode="auto">
          <a:xfrm flipH="1" flipV="1">
            <a:off x="1898486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532559F-9656-F941-B242-8625C29B2394}"/>
              </a:ext>
            </a:extLst>
          </p:cNvPr>
          <p:cNvCxnSpPr>
            <a:cxnSpLocks/>
            <a:stCxn id="49162" idx="3"/>
            <a:endCxn id="54" idx="0"/>
          </p:cNvCxnSpPr>
          <p:nvPr/>
        </p:nvCxnSpPr>
        <p:spPr bwMode="auto">
          <a:xfrm flipH="1">
            <a:off x="861227" y="3595361"/>
            <a:ext cx="186684" cy="32752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AA01732-99DD-1442-B14E-674B07606447}"/>
              </a:ext>
            </a:extLst>
          </p:cNvPr>
          <p:cNvCxnSpPr>
            <a:cxnSpLocks/>
            <a:stCxn id="49162" idx="5"/>
            <a:endCxn id="56" idx="0"/>
          </p:cNvCxnSpPr>
          <p:nvPr/>
        </p:nvCxnSpPr>
        <p:spPr bwMode="auto">
          <a:xfrm>
            <a:off x="1374337" y="3595361"/>
            <a:ext cx="186686" cy="32752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Oval 1">
            <a:extLst>
              <a:ext uri="{FF2B5EF4-FFF2-40B4-BE49-F238E27FC236}">
                <a16:creationId xmlns:a16="http://schemas.microsoft.com/office/drawing/2014/main" id="{171A6735-743C-A242-AA47-D641CC5DD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465537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1</a:t>
            </a:r>
            <a:endParaRPr lang="en-US" altLang="en-US" sz="1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3A97C67-8EDD-D54B-B5DD-FE79A3D052E2}"/>
              </a:ext>
            </a:extLst>
          </p:cNvPr>
          <p:cNvCxnSpPr>
            <a:cxnSpLocks/>
          </p:cNvCxnSpPr>
          <p:nvPr/>
        </p:nvCxnSpPr>
        <p:spPr bwMode="auto">
          <a:xfrm flipH="1">
            <a:off x="510210" y="4340087"/>
            <a:ext cx="228599" cy="3379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228088C-6E75-3646-A59C-EE538E977539}"/>
              </a:ext>
            </a:extLst>
          </p:cNvPr>
          <p:cNvSpPr/>
          <p:nvPr/>
        </p:nvSpPr>
        <p:spPr>
          <a:xfrm>
            <a:off x="544603" y="3634554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821662-70E7-C342-A363-5D5AF14065D5}"/>
              </a:ext>
            </a:extLst>
          </p:cNvPr>
          <p:cNvSpPr/>
          <p:nvPr/>
        </p:nvSpPr>
        <p:spPr>
          <a:xfrm>
            <a:off x="1006929" y="2924944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F9051E-BAD3-2847-8D7D-478B7EC17CC1}"/>
              </a:ext>
            </a:extLst>
          </p:cNvPr>
          <p:cNvSpPr/>
          <p:nvPr/>
        </p:nvSpPr>
        <p:spPr>
          <a:xfrm>
            <a:off x="1943210" y="2541312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-2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7E540BF-8D34-0042-8714-06B0A4B97204}"/>
              </a:ext>
            </a:extLst>
          </p:cNvPr>
          <p:cNvSpPr/>
          <p:nvPr/>
        </p:nvSpPr>
        <p:spPr bwMode="auto">
          <a:xfrm>
            <a:off x="1680428" y="2974681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8FC70787-1CF8-F54B-8EFA-53F9CEF55AC3}"/>
              </a:ext>
            </a:extLst>
          </p:cNvPr>
          <p:cNvSpPr/>
          <p:nvPr/>
        </p:nvSpPr>
        <p:spPr bwMode="auto">
          <a:xfrm rot="17860836">
            <a:off x="-650717" y="3356191"/>
            <a:ext cx="3345045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64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79CBFB01-5B3C-FE4A-9914-1E0106CF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177" y="765175"/>
            <a:ext cx="73276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izquierda – izquierda =&gt; Rotación (simple) hacia la derecha</a:t>
            </a:r>
            <a:endParaRPr lang="en-US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0B39A75-D41D-7744-92FE-689805CCB66A}"/>
              </a:ext>
            </a:extLst>
          </p:cNvPr>
          <p:cNvGrpSpPr/>
          <p:nvPr/>
        </p:nvGrpSpPr>
        <p:grpSpPr>
          <a:xfrm>
            <a:off x="179512" y="1758210"/>
            <a:ext cx="4248472" cy="3358805"/>
            <a:chOff x="179512" y="1758210"/>
            <a:chExt cx="4248472" cy="3358805"/>
          </a:xfrm>
        </p:grpSpPr>
        <p:sp>
          <p:nvSpPr>
            <p:cNvPr id="49160" name="Oval 1">
              <a:extLst>
                <a:ext uri="{FF2B5EF4-FFF2-40B4-BE49-F238E27FC236}">
                  <a16:creationId xmlns:a16="http://schemas.microsoft.com/office/drawing/2014/main" id="{E3B62B6B-AEEF-3D4F-8EC1-004DEE745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244" y="175821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12</a:t>
              </a:r>
            </a:p>
          </p:txBody>
        </p:sp>
        <p:sp>
          <p:nvSpPr>
            <p:cNvPr id="49161" name="Oval 10">
              <a:extLst>
                <a:ext uri="{FF2B5EF4-FFF2-40B4-BE49-F238E27FC236}">
                  <a16:creationId xmlns:a16="http://schemas.microsoft.com/office/drawing/2014/main" id="{BA49EF29-55E1-8F4C-AD19-3B392AE99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6143" y="2479769"/>
              <a:ext cx="459657" cy="461639"/>
            </a:xfrm>
            <a:prstGeom prst="ellipse">
              <a:avLst/>
            </a:prstGeom>
            <a:solidFill>
              <a:srgbClr val="FF0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</a:t>
              </a:r>
            </a:p>
          </p:txBody>
        </p:sp>
        <p:sp>
          <p:nvSpPr>
            <p:cNvPr id="49162" name="Oval 11">
              <a:extLst>
                <a:ext uri="{FF2B5EF4-FFF2-40B4-BE49-F238E27FC236}">
                  <a16:creationId xmlns:a16="http://schemas.microsoft.com/office/drawing/2014/main" id="{BD20D8E9-BFEC-7942-BD59-50624C827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305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8307B69-BB51-E748-AA8B-117CA0C0EEA4}"/>
                </a:ext>
              </a:extLst>
            </p:cNvPr>
            <p:cNvCxnSpPr>
              <a:cxnSpLocks/>
              <a:stCxn id="49160" idx="3"/>
              <a:endCxn id="49161" idx="7"/>
            </p:cNvCxnSpPr>
            <p:nvPr/>
          </p:nvCxnSpPr>
          <p:spPr bwMode="auto">
            <a:xfrm flipH="1">
              <a:off x="1898486" y="2152244"/>
              <a:ext cx="905365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Oval 11">
              <a:extLst>
                <a:ext uri="{FF2B5EF4-FFF2-40B4-BE49-F238E27FC236}">
                  <a16:creationId xmlns:a16="http://schemas.microsoft.com/office/drawing/2014/main" id="{A3F3EFC3-D649-154F-91FB-8C2735EC5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0000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sp>
          <p:nvSpPr>
            <p:cNvPr id="54" name="Oval 11">
              <a:extLst>
                <a:ext uri="{FF2B5EF4-FFF2-40B4-BE49-F238E27FC236}">
                  <a16:creationId xmlns:a16="http://schemas.microsoft.com/office/drawing/2014/main" id="{96FF67BD-6DC2-CD40-A043-83A942D59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407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2</a:t>
              </a:r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85AC3178-A751-A04C-AA9E-A124D1691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0203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6</a:t>
              </a:r>
            </a:p>
          </p:txBody>
        </p:sp>
        <p:sp>
          <p:nvSpPr>
            <p:cNvPr id="57" name="Oval 10">
              <a:extLst>
                <a:ext uri="{FF2B5EF4-FFF2-40B4-BE49-F238E27FC236}">
                  <a16:creationId xmlns:a16="http://schemas.microsoft.com/office/drawing/2014/main" id="{4226A0E1-2C45-9B47-B79E-FBAD6E469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327" y="2479769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16</a:t>
              </a:r>
            </a:p>
          </p:txBody>
        </p:sp>
        <p:sp>
          <p:nvSpPr>
            <p:cNvPr id="58" name="Oval 10">
              <a:extLst>
                <a:ext uri="{FF2B5EF4-FFF2-40B4-BE49-F238E27FC236}">
                  <a16:creationId xmlns:a16="http://schemas.microsoft.com/office/drawing/2014/main" id="{B4A2AB65-B279-7C42-877E-13BF9FF34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511" y="3201326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14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537D567-9EF9-A340-966E-7E649D57A321}"/>
                </a:ext>
              </a:extLst>
            </p:cNvPr>
            <p:cNvCxnSpPr>
              <a:cxnSpLocks/>
              <a:stCxn id="57" idx="1"/>
              <a:endCxn id="49160" idx="5"/>
            </p:cNvCxnSpPr>
            <p:nvPr/>
          </p:nvCxnSpPr>
          <p:spPr bwMode="auto">
            <a:xfrm flipH="1" flipV="1">
              <a:off x="3130278" y="2152244"/>
              <a:ext cx="905363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42A0D67-702D-3D4D-B002-B1CABCF07DF2}"/>
                </a:ext>
              </a:extLst>
            </p:cNvPr>
            <p:cNvCxnSpPr>
              <a:cxnSpLocks/>
              <a:stCxn id="49162" idx="7"/>
              <a:endCxn id="49161" idx="3"/>
            </p:cNvCxnSpPr>
            <p:nvPr/>
          </p:nvCxnSpPr>
          <p:spPr bwMode="auto">
            <a:xfrm flipV="1">
              <a:off x="1374337" y="2873802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D7FF0F6-A4FF-BC4E-B5B3-692C46E15BE7}"/>
                </a:ext>
              </a:extLst>
            </p:cNvPr>
            <p:cNvCxnSpPr>
              <a:cxnSpLocks/>
              <a:stCxn id="57" idx="3"/>
              <a:endCxn id="58" idx="7"/>
            </p:cNvCxnSpPr>
            <p:nvPr/>
          </p:nvCxnSpPr>
          <p:spPr bwMode="auto">
            <a:xfrm flipH="1">
              <a:off x="3662853" y="2873802"/>
              <a:ext cx="372788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46FF9C1-5F8E-9040-86D1-BF8D176B3EAD}"/>
                </a:ext>
              </a:extLst>
            </p:cNvPr>
            <p:cNvCxnSpPr>
              <a:cxnSpLocks/>
              <a:stCxn id="49" idx="1"/>
              <a:endCxn id="49161" idx="5"/>
            </p:cNvCxnSpPr>
            <p:nvPr/>
          </p:nvCxnSpPr>
          <p:spPr bwMode="auto">
            <a:xfrm flipH="1" flipV="1">
              <a:off x="1898486" y="2873802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532559F-9656-F941-B242-8625C29B2394}"/>
                </a:ext>
              </a:extLst>
            </p:cNvPr>
            <p:cNvCxnSpPr>
              <a:cxnSpLocks/>
              <a:stCxn id="49162" idx="3"/>
              <a:endCxn id="54" idx="0"/>
            </p:cNvCxnSpPr>
            <p:nvPr/>
          </p:nvCxnSpPr>
          <p:spPr bwMode="auto">
            <a:xfrm flipH="1">
              <a:off x="861227" y="3595361"/>
              <a:ext cx="186684" cy="327525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AA01732-99DD-1442-B14E-674B07606447}"/>
                </a:ext>
              </a:extLst>
            </p:cNvPr>
            <p:cNvCxnSpPr>
              <a:cxnSpLocks/>
              <a:stCxn id="49162" idx="5"/>
              <a:endCxn id="56" idx="0"/>
            </p:cNvCxnSpPr>
            <p:nvPr/>
          </p:nvCxnSpPr>
          <p:spPr bwMode="auto">
            <a:xfrm>
              <a:off x="1374337" y="3595361"/>
              <a:ext cx="186686" cy="327525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Oval 1">
              <a:extLst>
                <a:ext uri="{FF2B5EF4-FFF2-40B4-BE49-F238E27FC236}">
                  <a16:creationId xmlns:a16="http://schemas.microsoft.com/office/drawing/2014/main" id="{171A6735-743C-A242-AA47-D641CC5DD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12" y="465537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</a:t>
              </a:r>
              <a:endParaRPr lang="en-US" altLang="en-US" sz="1400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3A97C67-8EDD-D54B-B5DD-FE79A3D052E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10210" y="4340087"/>
              <a:ext cx="228599" cy="33793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228088C-6E75-3646-A59C-EE538E977539}"/>
                </a:ext>
              </a:extLst>
            </p:cNvPr>
            <p:cNvSpPr/>
            <p:nvPr/>
          </p:nvSpPr>
          <p:spPr>
            <a:xfrm>
              <a:off x="544603" y="3634554"/>
              <a:ext cx="36740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sz="1600" dirty="0">
                  <a:solidFill>
                    <a:schemeClr val="tx2"/>
                  </a:solidFill>
                </a:rPr>
                <a:t>-1</a:t>
              </a:r>
              <a:endParaRPr 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1821662-70E7-C342-A363-5D5AF14065D5}"/>
                </a:ext>
              </a:extLst>
            </p:cNvPr>
            <p:cNvSpPr/>
            <p:nvPr/>
          </p:nvSpPr>
          <p:spPr>
            <a:xfrm>
              <a:off x="1006929" y="2924944"/>
              <a:ext cx="36740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sz="1600" dirty="0">
                  <a:solidFill>
                    <a:schemeClr val="tx2"/>
                  </a:solidFill>
                </a:rPr>
                <a:t>-1</a:t>
              </a:r>
              <a:endParaRPr 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5F9051E-BAD3-2847-8D7D-478B7EC17CC1}"/>
                </a:ext>
              </a:extLst>
            </p:cNvPr>
            <p:cNvSpPr/>
            <p:nvPr/>
          </p:nvSpPr>
          <p:spPr>
            <a:xfrm>
              <a:off x="1943210" y="2541312"/>
              <a:ext cx="36740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sz="1600" dirty="0">
                  <a:solidFill>
                    <a:schemeClr val="tx2"/>
                  </a:solidFill>
                </a:rPr>
                <a:t>-2</a:t>
              </a:r>
              <a:endParaRPr 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D7E540BF-8D34-0042-8714-06B0A4B97204}"/>
                </a:ext>
              </a:extLst>
            </p:cNvPr>
            <p:cNvSpPr/>
            <p:nvPr/>
          </p:nvSpPr>
          <p:spPr bwMode="auto">
            <a:xfrm>
              <a:off x="1680428" y="2974681"/>
              <a:ext cx="122418" cy="122418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5" name="Arc 24">
            <a:extLst>
              <a:ext uri="{FF2B5EF4-FFF2-40B4-BE49-F238E27FC236}">
                <a16:creationId xmlns:a16="http://schemas.microsoft.com/office/drawing/2014/main" id="{8FC70787-1CF8-F54B-8EFA-53F9CEF55AC3}"/>
              </a:ext>
            </a:extLst>
          </p:cNvPr>
          <p:cNvSpPr/>
          <p:nvPr/>
        </p:nvSpPr>
        <p:spPr bwMode="auto">
          <a:xfrm rot="17860836">
            <a:off x="-650717" y="3356191"/>
            <a:ext cx="3345045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8" name="Oval 1">
            <a:extLst>
              <a:ext uri="{FF2B5EF4-FFF2-40B4-BE49-F238E27FC236}">
                <a16:creationId xmlns:a16="http://schemas.microsoft.com/office/drawing/2014/main" id="{67F171A1-4E7B-CA44-89CA-9A3DED862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46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12</a:t>
            </a:r>
          </a:p>
        </p:txBody>
      </p:sp>
      <p:sp>
        <p:nvSpPr>
          <p:cNvPr id="50" name="Oval 10">
            <a:extLst>
              <a:ext uri="{FF2B5EF4-FFF2-40B4-BE49-F238E27FC236}">
                <a16:creationId xmlns:a16="http://schemas.microsoft.com/office/drawing/2014/main" id="{BD3816EB-47AC-6B40-972F-CC55FA988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3945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</a:t>
            </a:r>
          </a:p>
        </p:txBody>
      </p:sp>
      <p:sp>
        <p:nvSpPr>
          <p:cNvPr id="51" name="Oval 11">
            <a:extLst>
              <a:ext uri="{FF2B5EF4-FFF2-40B4-BE49-F238E27FC236}">
                <a16:creationId xmlns:a16="http://schemas.microsoft.com/office/drawing/2014/main" id="{4E99BDA0-CC67-5348-820C-774AA29D7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8107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7614075-6293-E040-AEF0-F6A5B4A47A87}"/>
              </a:ext>
            </a:extLst>
          </p:cNvPr>
          <p:cNvCxnSpPr>
            <a:cxnSpLocks/>
            <a:stCxn id="48" idx="3"/>
            <a:endCxn id="50" idx="7"/>
          </p:cNvCxnSpPr>
          <p:nvPr/>
        </p:nvCxnSpPr>
        <p:spPr bwMode="auto">
          <a:xfrm flipH="1">
            <a:off x="6176288" y="2152244"/>
            <a:ext cx="905365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Oval 11">
            <a:extLst>
              <a:ext uri="{FF2B5EF4-FFF2-40B4-BE49-F238E27FC236}">
                <a16:creationId xmlns:a16="http://schemas.microsoft.com/office/drawing/2014/main" id="{4362E2EA-3F60-8545-BC73-70577ED33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7802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</a:t>
            </a:r>
          </a:p>
        </p:txBody>
      </p:sp>
      <p:sp>
        <p:nvSpPr>
          <p:cNvPr id="55" name="Oval 11">
            <a:extLst>
              <a:ext uri="{FF2B5EF4-FFF2-40B4-BE49-F238E27FC236}">
                <a16:creationId xmlns:a16="http://schemas.microsoft.com/office/drawing/2014/main" id="{140D2F75-6158-AD48-A48A-D8E1F5122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820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</a:t>
            </a:r>
          </a:p>
        </p:txBody>
      </p:sp>
      <p:sp>
        <p:nvSpPr>
          <p:cNvPr id="61" name="Oval 10">
            <a:extLst>
              <a:ext uri="{FF2B5EF4-FFF2-40B4-BE49-F238E27FC236}">
                <a16:creationId xmlns:a16="http://schemas.microsoft.com/office/drawing/2014/main" id="{8CA0F2F0-5420-EF4C-B522-A6D9D6245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6129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16</a:t>
            </a:r>
          </a:p>
        </p:txBody>
      </p:sp>
      <p:sp>
        <p:nvSpPr>
          <p:cNvPr id="63" name="Oval 10">
            <a:extLst>
              <a:ext uri="{FF2B5EF4-FFF2-40B4-BE49-F238E27FC236}">
                <a16:creationId xmlns:a16="http://schemas.microsoft.com/office/drawing/2014/main" id="{AF4D453A-4BF4-5D4B-BDC2-E727A4417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8313" y="3201326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14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4A0CC17-13C3-7144-82F0-3316D623D4C3}"/>
              </a:ext>
            </a:extLst>
          </p:cNvPr>
          <p:cNvCxnSpPr>
            <a:cxnSpLocks/>
            <a:stCxn id="61" idx="1"/>
            <a:endCxn id="48" idx="5"/>
          </p:cNvCxnSpPr>
          <p:nvPr/>
        </p:nvCxnSpPr>
        <p:spPr bwMode="auto">
          <a:xfrm flipH="1" flipV="1">
            <a:off x="7408080" y="2152244"/>
            <a:ext cx="905363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AF5DF6C-75AD-AC45-88A4-2BC94423A1FB}"/>
              </a:ext>
            </a:extLst>
          </p:cNvPr>
          <p:cNvCxnSpPr>
            <a:cxnSpLocks/>
            <a:stCxn id="51" idx="7"/>
            <a:endCxn id="50" idx="3"/>
          </p:cNvCxnSpPr>
          <p:nvPr/>
        </p:nvCxnSpPr>
        <p:spPr bwMode="auto">
          <a:xfrm flipV="1">
            <a:off x="5652139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CDEF5E2-7F26-9349-8E69-3CD1BCCE0710}"/>
              </a:ext>
            </a:extLst>
          </p:cNvPr>
          <p:cNvCxnSpPr>
            <a:cxnSpLocks/>
            <a:stCxn id="61" idx="3"/>
            <a:endCxn id="63" idx="7"/>
          </p:cNvCxnSpPr>
          <p:nvPr/>
        </p:nvCxnSpPr>
        <p:spPr bwMode="auto">
          <a:xfrm flipH="1">
            <a:off x="7940655" y="2873802"/>
            <a:ext cx="372788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E206520-F51A-F24B-A795-B9B8762F7EFB}"/>
              </a:ext>
            </a:extLst>
          </p:cNvPr>
          <p:cNvCxnSpPr>
            <a:cxnSpLocks/>
            <a:stCxn id="53" idx="1"/>
            <a:endCxn id="50" idx="5"/>
          </p:cNvCxnSpPr>
          <p:nvPr/>
        </p:nvCxnSpPr>
        <p:spPr bwMode="auto">
          <a:xfrm flipH="1" flipV="1">
            <a:off x="6176288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85E31F9-AF7D-2A4D-AAD6-AFB24F51CA7C}"/>
              </a:ext>
            </a:extLst>
          </p:cNvPr>
          <p:cNvCxnSpPr>
            <a:cxnSpLocks/>
            <a:stCxn id="51" idx="3"/>
            <a:endCxn id="55" idx="0"/>
          </p:cNvCxnSpPr>
          <p:nvPr/>
        </p:nvCxnSpPr>
        <p:spPr bwMode="auto">
          <a:xfrm flipH="1">
            <a:off x="5139029" y="3595361"/>
            <a:ext cx="186684" cy="32752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Oval 11">
            <a:extLst>
              <a:ext uri="{FF2B5EF4-FFF2-40B4-BE49-F238E27FC236}">
                <a16:creationId xmlns:a16="http://schemas.microsoft.com/office/drawing/2014/main" id="{7C57BBF2-FF7B-524C-BA1E-30BD92B06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8800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445212C-2958-374D-A433-FD6F38A000A4}"/>
              </a:ext>
            </a:extLst>
          </p:cNvPr>
          <p:cNvCxnSpPr>
            <a:cxnSpLocks/>
            <a:stCxn id="80" idx="1"/>
            <a:endCxn id="53" idx="5"/>
          </p:cNvCxnSpPr>
          <p:nvPr/>
        </p:nvCxnSpPr>
        <p:spPr bwMode="auto">
          <a:xfrm flipH="1" flipV="1">
            <a:off x="6701836" y="3595360"/>
            <a:ext cx="174569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Oval 11">
            <a:extLst>
              <a:ext uri="{FF2B5EF4-FFF2-40B4-BE49-F238E27FC236}">
                <a16:creationId xmlns:a16="http://schemas.microsoft.com/office/drawing/2014/main" id="{BCB07723-7A4F-954F-B65C-53CC26174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088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2CD08E7-46AD-A848-BF36-A4DC193E5C3D}"/>
              </a:ext>
            </a:extLst>
          </p:cNvPr>
          <p:cNvCxnSpPr>
            <a:cxnSpLocks/>
            <a:stCxn id="53" idx="3"/>
            <a:endCxn id="84" idx="0"/>
          </p:cNvCxnSpPr>
          <p:nvPr/>
        </p:nvCxnSpPr>
        <p:spPr bwMode="auto">
          <a:xfrm flipH="1">
            <a:off x="6187908" y="3595360"/>
            <a:ext cx="187499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Right Arrow 86">
            <a:extLst>
              <a:ext uri="{FF2B5EF4-FFF2-40B4-BE49-F238E27FC236}">
                <a16:creationId xmlns:a16="http://schemas.microsoft.com/office/drawing/2014/main" id="{0828E120-7085-574D-96EF-AB11A9F2AD42}"/>
              </a:ext>
            </a:extLst>
          </p:cNvPr>
          <p:cNvSpPr/>
          <p:nvPr/>
        </p:nvSpPr>
        <p:spPr bwMode="auto">
          <a:xfrm>
            <a:off x="4308260" y="3212976"/>
            <a:ext cx="538862" cy="499653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72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79CBFB01-5B3C-FE4A-9914-1E0106CF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177" y="765175"/>
            <a:ext cx="73276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izquierda – izquierda =&gt; Rotación (simple) hacia la derecha</a:t>
            </a:r>
            <a:endParaRPr lang="en-US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0B39A75-D41D-7744-92FE-689805CCB66A}"/>
              </a:ext>
            </a:extLst>
          </p:cNvPr>
          <p:cNvGrpSpPr/>
          <p:nvPr/>
        </p:nvGrpSpPr>
        <p:grpSpPr>
          <a:xfrm>
            <a:off x="179512" y="1758210"/>
            <a:ext cx="4248472" cy="3358805"/>
            <a:chOff x="179512" y="1758210"/>
            <a:chExt cx="4248472" cy="3358805"/>
          </a:xfrm>
        </p:grpSpPr>
        <p:sp>
          <p:nvSpPr>
            <p:cNvPr id="49160" name="Oval 1">
              <a:extLst>
                <a:ext uri="{FF2B5EF4-FFF2-40B4-BE49-F238E27FC236}">
                  <a16:creationId xmlns:a16="http://schemas.microsoft.com/office/drawing/2014/main" id="{E3B62B6B-AEEF-3D4F-8EC1-004DEE745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244" y="175821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12</a:t>
              </a:r>
            </a:p>
          </p:txBody>
        </p:sp>
        <p:sp>
          <p:nvSpPr>
            <p:cNvPr id="49161" name="Oval 10">
              <a:extLst>
                <a:ext uri="{FF2B5EF4-FFF2-40B4-BE49-F238E27FC236}">
                  <a16:creationId xmlns:a16="http://schemas.microsoft.com/office/drawing/2014/main" id="{BA49EF29-55E1-8F4C-AD19-3B392AE99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6143" y="2479769"/>
              <a:ext cx="459657" cy="461639"/>
            </a:xfrm>
            <a:prstGeom prst="ellipse">
              <a:avLst/>
            </a:prstGeom>
            <a:solidFill>
              <a:srgbClr val="FF0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</a:t>
              </a:r>
            </a:p>
          </p:txBody>
        </p:sp>
        <p:sp>
          <p:nvSpPr>
            <p:cNvPr id="49162" name="Oval 11">
              <a:extLst>
                <a:ext uri="{FF2B5EF4-FFF2-40B4-BE49-F238E27FC236}">
                  <a16:creationId xmlns:a16="http://schemas.microsoft.com/office/drawing/2014/main" id="{BD20D8E9-BFEC-7942-BD59-50624C827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305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8307B69-BB51-E748-AA8B-117CA0C0EEA4}"/>
                </a:ext>
              </a:extLst>
            </p:cNvPr>
            <p:cNvCxnSpPr>
              <a:cxnSpLocks/>
              <a:stCxn id="49160" idx="3"/>
              <a:endCxn id="49161" idx="7"/>
            </p:cNvCxnSpPr>
            <p:nvPr/>
          </p:nvCxnSpPr>
          <p:spPr bwMode="auto">
            <a:xfrm flipH="1">
              <a:off x="1898486" y="2152244"/>
              <a:ext cx="905365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Oval 11">
              <a:extLst>
                <a:ext uri="{FF2B5EF4-FFF2-40B4-BE49-F238E27FC236}">
                  <a16:creationId xmlns:a16="http://schemas.microsoft.com/office/drawing/2014/main" id="{A3F3EFC3-D649-154F-91FB-8C2735EC5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0000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sp>
          <p:nvSpPr>
            <p:cNvPr id="54" name="Oval 11">
              <a:extLst>
                <a:ext uri="{FF2B5EF4-FFF2-40B4-BE49-F238E27FC236}">
                  <a16:creationId xmlns:a16="http://schemas.microsoft.com/office/drawing/2014/main" id="{96FF67BD-6DC2-CD40-A043-83A942D59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407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2</a:t>
              </a:r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85AC3178-A751-A04C-AA9E-A124D1691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0203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6</a:t>
              </a:r>
            </a:p>
          </p:txBody>
        </p:sp>
        <p:sp>
          <p:nvSpPr>
            <p:cNvPr id="57" name="Oval 10">
              <a:extLst>
                <a:ext uri="{FF2B5EF4-FFF2-40B4-BE49-F238E27FC236}">
                  <a16:creationId xmlns:a16="http://schemas.microsoft.com/office/drawing/2014/main" id="{4226A0E1-2C45-9B47-B79E-FBAD6E469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327" y="2479769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16</a:t>
              </a:r>
            </a:p>
          </p:txBody>
        </p:sp>
        <p:sp>
          <p:nvSpPr>
            <p:cNvPr id="58" name="Oval 10">
              <a:extLst>
                <a:ext uri="{FF2B5EF4-FFF2-40B4-BE49-F238E27FC236}">
                  <a16:creationId xmlns:a16="http://schemas.microsoft.com/office/drawing/2014/main" id="{B4A2AB65-B279-7C42-877E-13BF9FF34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511" y="3201326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14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537D567-9EF9-A340-966E-7E649D57A321}"/>
                </a:ext>
              </a:extLst>
            </p:cNvPr>
            <p:cNvCxnSpPr>
              <a:cxnSpLocks/>
              <a:stCxn id="57" idx="1"/>
              <a:endCxn id="49160" idx="5"/>
            </p:cNvCxnSpPr>
            <p:nvPr/>
          </p:nvCxnSpPr>
          <p:spPr bwMode="auto">
            <a:xfrm flipH="1" flipV="1">
              <a:off x="3130278" y="2152244"/>
              <a:ext cx="905363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42A0D67-702D-3D4D-B002-B1CABCF07DF2}"/>
                </a:ext>
              </a:extLst>
            </p:cNvPr>
            <p:cNvCxnSpPr>
              <a:cxnSpLocks/>
              <a:stCxn id="49162" idx="7"/>
              <a:endCxn id="49161" idx="3"/>
            </p:cNvCxnSpPr>
            <p:nvPr/>
          </p:nvCxnSpPr>
          <p:spPr bwMode="auto">
            <a:xfrm flipV="1">
              <a:off x="1374337" y="2873802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D7FF0F6-A4FF-BC4E-B5B3-692C46E15BE7}"/>
                </a:ext>
              </a:extLst>
            </p:cNvPr>
            <p:cNvCxnSpPr>
              <a:cxnSpLocks/>
              <a:stCxn id="57" idx="3"/>
              <a:endCxn id="58" idx="7"/>
            </p:cNvCxnSpPr>
            <p:nvPr/>
          </p:nvCxnSpPr>
          <p:spPr bwMode="auto">
            <a:xfrm flipH="1">
              <a:off x="3662853" y="2873802"/>
              <a:ext cx="372788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46FF9C1-5F8E-9040-86D1-BF8D176B3EAD}"/>
                </a:ext>
              </a:extLst>
            </p:cNvPr>
            <p:cNvCxnSpPr>
              <a:cxnSpLocks/>
              <a:stCxn id="49" idx="1"/>
              <a:endCxn id="49161" idx="5"/>
            </p:cNvCxnSpPr>
            <p:nvPr/>
          </p:nvCxnSpPr>
          <p:spPr bwMode="auto">
            <a:xfrm flipH="1" flipV="1">
              <a:off x="1898486" y="2873802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532559F-9656-F941-B242-8625C29B2394}"/>
                </a:ext>
              </a:extLst>
            </p:cNvPr>
            <p:cNvCxnSpPr>
              <a:cxnSpLocks/>
              <a:stCxn id="49162" idx="3"/>
              <a:endCxn id="54" idx="0"/>
            </p:cNvCxnSpPr>
            <p:nvPr/>
          </p:nvCxnSpPr>
          <p:spPr bwMode="auto">
            <a:xfrm flipH="1">
              <a:off x="861227" y="3595361"/>
              <a:ext cx="186684" cy="327525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AA01732-99DD-1442-B14E-674B07606447}"/>
                </a:ext>
              </a:extLst>
            </p:cNvPr>
            <p:cNvCxnSpPr>
              <a:cxnSpLocks/>
              <a:stCxn id="49162" idx="5"/>
              <a:endCxn id="56" idx="0"/>
            </p:cNvCxnSpPr>
            <p:nvPr/>
          </p:nvCxnSpPr>
          <p:spPr bwMode="auto">
            <a:xfrm>
              <a:off x="1374337" y="3595361"/>
              <a:ext cx="186686" cy="327525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Oval 1">
              <a:extLst>
                <a:ext uri="{FF2B5EF4-FFF2-40B4-BE49-F238E27FC236}">
                  <a16:creationId xmlns:a16="http://schemas.microsoft.com/office/drawing/2014/main" id="{171A6735-743C-A242-AA47-D641CC5DD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12" y="465537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</a:t>
              </a:r>
              <a:endParaRPr lang="en-US" altLang="en-US" sz="1400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3A97C67-8EDD-D54B-B5DD-FE79A3D052E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10210" y="4340087"/>
              <a:ext cx="228599" cy="33793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228088C-6E75-3646-A59C-EE538E977539}"/>
                </a:ext>
              </a:extLst>
            </p:cNvPr>
            <p:cNvSpPr/>
            <p:nvPr/>
          </p:nvSpPr>
          <p:spPr>
            <a:xfrm>
              <a:off x="544603" y="3634554"/>
              <a:ext cx="36740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sz="1600" dirty="0">
                  <a:solidFill>
                    <a:schemeClr val="tx2"/>
                  </a:solidFill>
                </a:rPr>
                <a:t>-1</a:t>
              </a:r>
              <a:endParaRPr 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1821662-70E7-C342-A363-5D5AF14065D5}"/>
                </a:ext>
              </a:extLst>
            </p:cNvPr>
            <p:cNvSpPr/>
            <p:nvPr/>
          </p:nvSpPr>
          <p:spPr>
            <a:xfrm>
              <a:off x="1006929" y="2924944"/>
              <a:ext cx="36740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sz="1600" dirty="0">
                  <a:solidFill>
                    <a:schemeClr val="tx2"/>
                  </a:solidFill>
                </a:rPr>
                <a:t>-1</a:t>
              </a:r>
              <a:endParaRPr 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5F9051E-BAD3-2847-8D7D-478B7EC17CC1}"/>
                </a:ext>
              </a:extLst>
            </p:cNvPr>
            <p:cNvSpPr/>
            <p:nvPr/>
          </p:nvSpPr>
          <p:spPr>
            <a:xfrm>
              <a:off x="1943210" y="2541312"/>
              <a:ext cx="36740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sz="1600" dirty="0">
                  <a:solidFill>
                    <a:schemeClr val="tx2"/>
                  </a:solidFill>
                </a:rPr>
                <a:t>-2</a:t>
              </a:r>
              <a:endParaRPr 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D7E540BF-8D34-0042-8714-06B0A4B97204}"/>
                </a:ext>
              </a:extLst>
            </p:cNvPr>
            <p:cNvSpPr/>
            <p:nvPr/>
          </p:nvSpPr>
          <p:spPr bwMode="auto">
            <a:xfrm>
              <a:off x="1680428" y="2974681"/>
              <a:ext cx="122418" cy="122418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5" name="Arc 24">
            <a:extLst>
              <a:ext uri="{FF2B5EF4-FFF2-40B4-BE49-F238E27FC236}">
                <a16:creationId xmlns:a16="http://schemas.microsoft.com/office/drawing/2014/main" id="{8FC70787-1CF8-F54B-8EFA-53F9CEF55AC3}"/>
              </a:ext>
            </a:extLst>
          </p:cNvPr>
          <p:cNvSpPr/>
          <p:nvPr/>
        </p:nvSpPr>
        <p:spPr bwMode="auto">
          <a:xfrm rot="17860836">
            <a:off x="-650717" y="3356191"/>
            <a:ext cx="3345045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8" name="Oval 1">
            <a:extLst>
              <a:ext uri="{FF2B5EF4-FFF2-40B4-BE49-F238E27FC236}">
                <a16:creationId xmlns:a16="http://schemas.microsoft.com/office/drawing/2014/main" id="{67F171A1-4E7B-CA44-89CA-9A3DED862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46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12</a:t>
            </a:r>
          </a:p>
        </p:txBody>
      </p:sp>
      <p:sp>
        <p:nvSpPr>
          <p:cNvPr id="50" name="Oval 10">
            <a:extLst>
              <a:ext uri="{FF2B5EF4-FFF2-40B4-BE49-F238E27FC236}">
                <a16:creationId xmlns:a16="http://schemas.microsoft.com/office/drawing/2014/main" id="{BD3816EB-47AC-6B40-972F-CC55FA988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3945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</a:t>
            </a:r>
          </a:p>
        </p:txBody>
      </p:sp>
      <p:sp>
        <p:nvSpPr>
          <p:cNvPr id="51" name="Oval 11">
            <a:extLst>
              <a:ext uri="{FF2B5EF4-FFF2-40B4-BE49-F238E27FC236}">
                <a16:creationId xmlns:a16="http://schemas.microsoft.com/office/drawing/2014/main" id="{4E99BDA0-CC67-5348-820C-774AA29D7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8107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7614075-6293-E040-AEF0-F6A5B4A47A87}"/>
              </a:ext>
            </a:extLst>
          </p:cNvPr>
          <p:cNvCxnSpPr>
            <a:cxnSpLocks/>
            <a:stCxn id="48" idx="3"/>
            <a:endCxn id="50" idx="7"/>
          </p:cNvCxnSpPr>
          <p:nvPr/>
        </p:nvCxnSpPr>
        <p:spPr bwMode="auto">
          <a:xfrm flipH="1">
            <a:off x="6176288" y="2152244"/>
            <a:ext cx="905365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Oval 11">
            <a:extLst>
              <a:ext uri="{FF2B5EF4-FFF2-40B4-BE49-F238E27FC236}">
                <a16:creationId xmlns:a16="http://schemas.microsoft.com/office/drawing/2014/main" id="{4362E2EA-3F60-8545-BC73-70577ED33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7802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</a:t>
            </a:r>
          </a:p>
        </p:txBody>
      </p:sp>
      <p:sp>
        <p:nvSpPr>
          <p:cNvPr id="55" name="Oval 11">
            <a:extLst>
              <a:ext uri="{FF2B5EF4-FFF2-40B4-BE49-F238E27FC236}">
                <a16:creationId xmlns:a16="http://schemas.microsoft.com/office/drawing/2014/main" id="{140D2F75-6158-AD48-A48A-D8E1F5122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820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</a:t>
            </a:r>
          </a:p>
        </p:txBody>
      </p:sp>
      <p:sp>
        <p:nvSpPr>
          <p:cNvPr id="61" name="Oval 10">
            <a:extLst>
              <a:ext uri="{FF2B5EF4-FFF2-40B4-BE49-F238E27FC236}">
                <a16:creationId xmlns:a16="http://schemas.microsoft.com/office/drawing/2014/main" id="{8CA0F2F0-5420-EF4C-B522-A6D9D6245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6129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16</a:t>
            </a:r>
          </a:p>
        </p:txBody>
      </p:sp>
      <p:sp>
        <p:nvSpPr>
          <p:cNvPr id="63" name="Oval 10">
            <a:extLst>
              <a:ext uri="{FF2B5EF4-FFF2-40B4-BE49-F238E27FC236}">
                <a16:creationId xmlns:a16="http://schemas.microsoft.com/office/drawing/2014/main" id="{AF4D453A-4BF4-5D4B-BDC2-E727A4417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8313" y="3201326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14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4A0CC17-13C3-7144-82F0-3316D623D4C3}"/>
              </a:ext>
            </a:extLst>
          </p:cNvPr>
          <p:cNvCxnSpPr>
            <a:cxnSpLocks/>
            <a:stCxn id="61" idx="1"/>
            <a:endCxn id="48" idx="5"/>
          </p:cNvCxnSpPr>
          <p:nvPr/>
        </p:nvCxnSpPr>
        <p:spPr bwMode="auto">
          <a:xfrm flipH="1" flipV="1">
            <a:off x="7408080" y="2152244"/>
            <a:ext cx="905363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AF5DF6C-75AD-AC45-88A4-2BC94423A1FB}"/>
              </a:ext>
            </a:extLst>
          </p:cNvPr>
          <p:cNvCxnSpPr>
            <a:cxnSpLocks/>
            <a:stCxn id="51" idx="7"/>
            <a:endCxn id="50" idx="3"/>
          </p:cNvCxnSpPr>
          <p:nvPr/>
        </p:nvCxnSpPr>
        <p:spPr bwMode="auto">
          <a:xfrm flipV="1">
            <a:off x="5652139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CDEF5E2-7F26-9349-8E69-3CD1BCCE0710}"/>
              </a:ext>
            </a:extLst>
          </p:cNvPr>
          <p:cNvCxnSpPr>
            <a:cxnSpLocks/>
            <a:stCxn id="61" idx="3"/>
            <a:endCxn id="63" idx="7"/>
          </p:cNvCxnSpPr>
          <p:nvPr/>
        </p:nvCxnSpPr>
        <p:spPr bwMode="auto">
          <a:xfrm flipH="1">
            <a:off x="7940655" y="2873802"/>
            <a:ext cx="372788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E206520-F51A-F24B-A795-B9B8762F7EFB}"/>
              </a:ext>
            </a:extLst>
          </p:cNvPr>
          <p:cNvCxnSpPr>
            <a:cxnSpLocks/>
            <a:stCxn id="53" idx="1"/>
            <a:endCxn id="50" idx="5"/>
          </p:cNvCxnSpPr>
          <p:nvPr/>
        </p:nvCxnSpPr>
        <p:spPr bwMode="auto">
          <a:xfrm flipH="1" flipV="1">
            <a:off x="6176288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85E31F9-AF7D-2A4D-AAD6-AFB24F51CA7C}"/>
              </a:ext>
            </a:extLst>
          </p:cNvPr>
          <p:cNvCxnSpPr>
            <a:cxnSpLocks/>
            <a:stCxn id="51" idx="3"/>
            <a:endCxn id="55" idx="0"/>
          </p:cNvCxnSpPr>
          <p:nvPr/>
        </p:nvCxnSpPr>
        <p:spPr bwMode="auto">
          <a:xfrm flipH="1">
            <a:off x="5139029" y="3595361"/>
            <a:ext cx="186684" cy="32752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15DD353E-59FB-994C-ABAE-B41872498245}"/>
              </a:ext>
            </a:extLst>
          </p:cNvPr>
          <p:cNvSpPr/>
          <p:nvPr/>
        </p:nvSpPr>
        <p:spPr>
          <a:xfrm>
            <a:off x="5284731" y="2924944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F7788BF-0100-0B4B-9A03-ED3F63AAAAAA}"/>
              </a:ext>
            </a:extLst>
          </p:cNvPr>
          <p:cNvSpPr/>
          <p:nvPr/>
        </p:nvSpPr>
        <p:spPr>
          <a:xfrm>
            <a:off x="5861785" y="2202758"/>
            <a:ext cx="2984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0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80" name="Oval 11">
            <a:extLst>
              <a:ext uri="{FF2B5EF4-FFF2-40B4-BE49-F238E27FC236}">
                <a16:creationId xmlns:a16="http://schemas.microsoft.com/office/drawing/2014/main" id="{7C57BBF2-FF7B-524C-BA1E-30BD92B06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8800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445212C-2958-374D-A433-FD6F38A000A4}"/>
              </a:ext>
            </a:extLst>
          </p:cNvPr>
          <p:cNvCxnSpPr>
            <a:cxnSpLocks/>
            <a:stCxn id="80" idx="1"/>
            <a:endCxn id="53" idx="5"/>
          </p:cNvCxnSpPr>
          <p:nvPr/>
        </p:nvCxnSpPr>
        <p:spPr bwMode="auto">
          <a:xfrm flipH="1" flipV="1">
            <a:off x="6701836" y="3595360"/>
            <a:ext cx="174569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Oval 11">
            <a:extLst>
              <a:ext uri="{FF2B5EF4-FFF2-40B4-BE49-F238E27FC236}">
                <a16:creationId xmlns:a16="http://schemas.microsoft.com/office/drawing/2014/main" id="{BCB07723-7A4F-954F-B65C-53CC26174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088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2CD08E7-46AD-A848-BF36-A4DC193E5C3D}"/>
              </a:ext>
            </a:extLst>
          </p:cNvPr>
          <p:cNvCxnSpPr>
            <a:cxnSpLocks/>
            <a:stCxn id="53" idx="3"/>
            <a:endCxn id="84" idx="0"/>
          </p:cNvCxnSpPr>
          <p:nvPr/>
        </p:nvCxnSpPr>
        <p:spPr bwMode="auto">
          <a:xfrm flipH="1">
            <a:off x="6187908" y="3595360"/>
            <a:ext cx="187499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7203EBCE-86D5-F843-9AEA-9F75EA467CB5}"/>
              </a:ext>
            </a:extLst>
          </p:cNvPr>
          <p:cNvSpPr/>
          <p:nvPr/>
        </p:nvSpPr>
        <p:spPr>
          <a:xfrm>
            <a:off x="6401665" y="2924944"/>
            <a:ext cx="2984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0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9C4C2F0E-5892-A34B-9943-F7745899FE6A}"/>
              </a:ext>
            </a:extLst>
          </p:cNvPr>
          <p:cNvSpPr/>
          <p:nvPr/>
        </p:nvSpPr>
        <p:spPr bwMode="auto">
          <a:xfrm>
            <a:off x="4308260" y="3212976"/>
            <a:ext cx="538862" cy="499653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6303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79CBFB01-5B3C-FE4A-9914-1E0106CF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177" y="765175"/>
            <a:ext cx="73276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izquierda – izquierda =&gt; Rotación (simple) hacia la derecha</a:t>
            </a:r>
            <a:endParaRPr lang="en-US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0B39A75-D41D-7744-92FE-689805CCB66A}"/>
              </a:ext>
            </a:extLst>
          </p:cNvPr>
          <p:cNvGrpSpPr/>
          <p:nvPr/>
        </p:nvGrpSpPr>
        <p:grpSpPr>
          <a:xfrm>
            <a:off x="179512" y="1758210"/>
            <a:ext cx="4248472" cy="3358805"/>
            <a:chOff x="179512" y="1758210"/>
            <a:chExt cx="4248472" cy="3358805"/>
          </a:xfrm>
        </p:grpSpPr>
        <p:sp>
          <p:nvSpPr>
            <p:cNvPr id="49160" name="Oval 1">
              <a:extLst>
                <a:ext uri="{FF2B5EF4-FFF2-40B4-BE49-F238E27FC236}">
                  <a16:creationId xmlns:a16="http://schemas.microsoft.com/office/drawing/2014/main" id="{E3B62B6B-AEEF-3D4F-8EC1-004DEE745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244" y="175821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12</a:t>
              </a:r>
            </a:p>
          </p:txBody>
        </p:sp>
        <p:sp>
          <p:nvSpPr>
            <p:cNvPr id="49161" name="Oval 10">
              <a:extLst>
                <a:ext uri="{FF2B5EF4-FFF2-40B4-BE49-F238E27FC236}">
                  <a16:creationId xmlns:a16="http://schemas.microsoft.com/office/drawing/2014/main" id="{BA49EF29-55E1-8F4C-AD19-3B392AE99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6143" y="2479769"/>
              <a:ext cx="459657" cy="461639"/>
            </a:xfrm>
            <a:prstGeom prst="ellipse">
              <a:avLst/>
            </a:prstGeom>
            <a:solidFill>
              <a:srgbClr val="FF0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</a:t>
              </a:r>
            </a:p>
          </p:txBody>
        </p:sp>
        <p:sp>
          <p:nvSpPr>
            <p:cNvPr id="49162" name="Oval 11">
              <a:extLst>
                <a:ext uri="{FF2B5EF4-FFF2-40B4-BE49-F238E27FC236}">
                  <a16:creationId xmlns:a16="http://schemas.microsoft.com/office/drawing/2014/main" id="{BD20D8E9-BFEC-7942-BD59-50624C827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305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8307B69-BB51-E748-AA8B-117CA0C0EEA4}"/>
                </a:ext>
              </a:extLst>
            </p:cNvPr>
            <p:cNvCxnSpPr>
              <a:cxnSpLocks/>
              <a:stCxn id="49160" idx="3"/>
              <a:endCxn id="49161" idx="7"/>
            </p:cNvCxnSpPr>
            <p:nvPr/>
          </p:nvCxnSpPr>
          <p:spPr bwMode="auto">
            <a:xfrm flipH="1">
              <a:off x="1898486" y="2152244"/>
              <a:ext cx="905365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Oval 11">
              <a:extLst>
                <a:ext uri="{FF2B5EF4-FFF2-40B4-BE49-F238E27FC236}">
                  <a16:creationId xmlns:a16="http://schemas.microsoft.com/office/drawing/2014/main" id="{A3F3EFC3-D649-154F-91FB-8C2735EC5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0000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sp>
          <p:nvSpPr>
            <p:cNvPr id="54" name="Oval 11">
              <a:extLst>
                <a:ext uri="{FF2B5EF4-FFF2-40B4-BE49-F238E27FC236}">
                  <a16:creationId xmlns:a16="http://schemas.microsoft.com/office/drawing/2014/main" id="{96FF67BD-6DC2-CD40-A043-83A942D59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407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2</a:t>
              </a:r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85AC3178-A751-A04C-AA9E-A124D1691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0203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6</a:t>
              </a:r>
            </a:p>
          </p:txBody>
        </p:sp>
        <p:sp>
          <p:nvSpPr>
            <p:cNvPr id="57" name="Oval 10">
              <a:extLst>
                <a:ext uri="{FF2B5EF4-FFF2-40B4-BE49-F238E27FC236}">
                  <a16:creationId xmlns:a16="http://schemas.microsoft.com/office/drawing/2014/main" id="{4226A0E1-2C45-9B47-B79E-FBAD6E469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327" y="2479769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16</a:t>
              </a:r>
            </a:p>
          </p:txBody>
        </p:sp>
        <p:sp>
          <p:nvSpPr>
            <p:cNvPr id="58" name="Oval 10">
              <a:extLst>
                <a:ext uri="{FF2B5EF4-FFF2-40B4-BE49-F238E27FC236}">
                  <a16:creationId xmlns:a16="http://schemas.microsoft.com/office/drawing/2014/main" id="{B4A2AB65-B279-7C42-877E-13BF9FF34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511" y="3201326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14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537D567-9EF9-A340-966E-7E649D57A321}"/>
                </a:ext>
              </a:extLst>
            </p:cNvPr>
            <p:cNvCxnSpPr>
              <a:cxnSpLocks/>
              <a:stCxn id="57" idx="1"/>
              <a:endCxn id="49160" idx="5"/>
            </p:cNvCxnSpPr>
            <p:nvPr/>
          </p:nvCxnSpPr>
          <p:spPr bwMode="auto">
            <a:xfrm flipH="1" flipV="1">
              <a:off x="3130278" y="2152244"/>
              <a:ext cx="905363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42A0D67-702D-3D4D-B002-B1CABCF07DF2}"/>
                </a:ext>
              </a:extLst>
            </p:cNvPr>
            <p:cNvCxnSpPr>
              <a:cxnSpLocks/>
              <a:stCxn id="49162" idx="7"/>
              <a:endCxn id="49161" idx="3"/>
            </p:cNvCxnSpPr>
            <p:nvPr/>
          </p:nvCxnSpPr>
          <p:spPr bwMode="auto">
            <a:xfrm flipV="1">
              <a:off x="1374337" y="2873802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D7FF0F6-A4FF-BC4E-B5B3-692C46E15BE7}"/>
                </a:ext>
              </a:extLst>
            </p:cNvPr>
            <p:cNvCxnSpPr>
              <a:cxnSpLocks/>
              <a:stCxn id="57" idx="3"/>
              <a:endCxn id="58" idx="7"/>
            </p:cNvCxnSpPr>
            <p:nvPr/>
          </p:nvCxnSpPr>
          <p:spPr bwMode="auto">
            <a:xfrm flipH="1">
              <a:off x="3662853" y="2873802"/>
              <a:ext cx="372788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46FF9C1-5F8E-9040-86D1-BF8D176B3EAD}"/>
                </a:ext>
              </a:extLst>
            </p:cNvPr>
            <p:cNvCxnSpPr>
              <a:cxnSpLocks/>
              <a:stCxn id="49" idx="1"/>
              <a:endCxn id="49161" idx="5"/>
            </p:cNvCxnSpPr>
            <p:nvPr/>
          </p:nvCxnSpPr>
          <p:spPr bwMode="auto">
            <a:xfrm flipH="1" flipV="1">
              <a:off x="1898486" y="2873802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532559F-9656-F941-B242-8625C29B2394}"/>
                </a:ext>
              </a:extLst>
            </p:cNvPr>
            <p:cNvCxnSpPr>
              <a:cxnSpLocks/>
              <a:stCxn id="49162" idx="3"/>
              <a:endCxn id="54" idx="0"/>
            </p:cNvCxnSpPr>
            <p:nvPr/>
          </p:nvCxnSpPr>
          <p:spPr bwMode="auto">
            <a:xfrm flipH="1">
              <a:off x="861227" y="3595361"/>
              <a:ext cx="186684" cy="327525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AA01732-99DD-1442-B14E-674B07606447}"/>
                </a:ext>
              </a:extLst>
            </p:cNvPr>
            <p:cNvCxnSpPr>
              <a:cxnSpLocks/>
              <a:stCxn id="49162" idx="5"/>
              <a:endCxn id="56" idx="0"/>
            </p:cNvCxnSpPr>
            <p:nvPr/>
          </p:nvCxnSpPr>
          <p:spPr bwMode="auto">
            <a:xfrm>
              <a:off x="1374337" y="3595361"/>
              <a:ext cx="186686" cy="327525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Oval 1">
              <a:extLst>
                <a:ext uri="{FF2B5EF4-FFF2-40B4-BE49-F238E27FC236}">
                  <a16:creationId xmlns:a16="http://schemas.microsoft.com/office/drawing/2014/main" id="{171A6735-743C-A242-AA47-D641CC5DD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12" y="465537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</a:t>
              </a:r>
              <a:endParaRPr lang="en-US" altLang="en-US" sz="1400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3A97C67-8EDD-D54B-B5DD-FE79A3D052E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10210" y="4340087"/>
              <a:ext cx="228599" cy="33793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228088C-6E75-3646-A59C-EE538E977539}"/>
                </a:ext>
              </a:extLst>
            </p:cNvPr>
            <p:cNvSpPr/>
            <p:nvPr/>
          </p:nvSpPr>
          <p:spPr>
            <a:xfrm>
              <a:off x="544603" y="3634554"/>
              <a:ext cx="36740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sz="1600" dirty="0">
                  <a:solidFill>
                    <a:schemeClr val="tx2"/>
                  </a:solidFill>
                </a:rPr>
                <a:t>-1</a:t>
              </a:r>
              <a:endParaRPr 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1821662-70E7-C342-A363-5D5AF14065D5}"/>
                </a:ext>
              </a:extLst>
            </p:cNvPr>
            <p:cNvSpPr/>
            <p:nvPr/>
          </p:nvSpPr>
          <p:spPr>
            <a:xfrm>
              <a:off x="1006929" y="2924944"/>
              <a:ext cx="36740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sz="1600" dirty="0">
                  <a:solidFill>
                    <a:schemeClr val="tx2"/>
                  </a:solidFill>
                </a:rPr>
                <a:t>-1</a:t>
              </a:r>
              <a:endParaRPr 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5F9051E-BAD3-2847-8D7D-478B7EC17CC1}"/>
                </a:ext>
              </a:extLst>
            </p:cNvPr>
            <p:cNvSpPr/>
            <p:nvPr/>
          </p:nvSpPr>
          <p:spPr>
            <a:xfrm>
              <a:off x="1943210" y="2541312"/>
              <a:ext cx="36740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sz="1600" dirty="0">
                  <a:solidFill>
                    <a:schemeClr val="tx2"/>
                  </a:solidFill>
                </a:rPr>
                <a:t>-2</a:t>
              </a:r>
              <a:endParaRPr 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D7E540BF-8D34-0042-8714-06B0A4B97204}"/>
                </a:ext>
              </a:extLst>
            </p:cNvPr>
            <p:cNvSpPr/>
            <p:nvPr/>
          </p:nvSpPr>
          <p:spPr bwMode="auto">
            <a:xfrm>
              <a:off x="1680428" y="2974681"/>
              <a:ext cx="122418" cy="122418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5" name="Arc 24">
            <a:extLst>
              <a:ext uri="{FF2B5EF4-FFF2-40B4-BE49-F238E27FC236}">
                <a16:creationId xmlns:a16="http://schemas.microsoft.com/office/drawing/2014/main" id="{8FC70787-1CF8-F54B-8EFA-53F9CEF55AC3}"/>
              </a:ext>
            </a:extLst>
          </p:cNvPr>
          <p:cNvSpPr/>
          <p:nvPr/>
        </p:nvSpPr>
        <p:spPr bwMode="auto">
          <a:xfrm rot="17860836">
            <a:off x="-650717" y="3356191"/>
            <a:ext cx="3345045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8" name="Oval 1">
            <a:extLst>
              <a:ext uri="{FF2B5EF4-FFF2-40B4-BE49-F238E27FC236}">
                <a16:creationId xmlns:a16="http://schemas.microsoft.com/office/drawing/2014/main" id="{67F171A1-4E7B-CA44-89CA-9A3DED862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46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12</a:t>
            </a:r>
          </a:p>
        </p:txBody>
      </p:sp>
      <p:sp>
        <p:nvSpPr>
          <p:cNvPr id="50" name="Oval 10">
            <a:extLst>
              <a:ext uri="{FF2B5EF4-FFF2-40B4-BE49-F238E27FC236}">
                <a16:creationId xmlns:a16="http://schemas.microsoft.com/office/drawing/2014/main" id="{BD3816EB-47AC-6B40-972F-CC55FA988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3945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</a:t>
            </a:r>
          </a:p>
        </p:txBody>
      </p:sp>
      <p:sp>
        <p:nvSpPr>
          <p:cNvPr id="51" name="Oval 11">
            <a:extLst>
              <a:ext uri="{FF2B5EF4-FFF2-40B4-BE49-F238E27FC236}">
                <a16:creationId xmlns:a16="http://schemas.microsoft.com/office/drawing/2014/main" id="{4E99BDA0-CC67-5348-820C-774AA29D7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8107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7614075-6293-E040-AEF0-F6A5B4A47A87}"/>
              </a:ext>
            </a:extLst>
          </p:cNvPr>
          <p:cNvCxnSpPr>
            <a:cxnSpLocks/>
            <a:stCxn id="48" idx="3"/>
            <a:endCxn id="50" idx="7"/>
          </p:cNvCxnSpPr>
          <p:nvPr/>
        </p:nvCxnSpPr>
        <p:spPr bwMode="auto">
          <a:xfrm flipH="1">
            <a:off x="6176288" y="2152244"/>
            <a:ext cx="905365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Oval 11">
            <a:extLst>
              <a:ext uri="{FF2B5EF4-FFF2-40B4-BE49-F238E27FC236}">
                <a16:creationId xmlns:a16="http://schemas.microsoft.com/office/drawing/2014/main" id="{4362E2EA-3F60-8545-BC73-70577ED33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7802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</a:t>
            </a:r>
          </a:p>
        </p:txBody>
      </p:sp>
      <p:sp>
        <p:nvSpPr>
          <p:cNvPr id="55" name="Oval 11">
            <a:extLst>
              <a:ext uri="{FF2B5EF4-FFF2-40B4-BE49-F238E27FC236}">
                <a16:creationId xmlns:a16="http://schemas.microsoft.com/office/drawing/2014/main" id="{140D2F75-6158-AD48-A48A-D8E1F5122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820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</a:t>
            </a:r>
          </a:p>
        </p:txBody>
      </p:sp>
      <p:sp>
        <p:nvSpPr>
          <p:cNvPr id="61" name="Oval 10">
            <a:extLst>
              <a:ext uri="{FF2B5EF4-FFF2-40B4-BE49-F238E27FC236}">
                <a16:creationId xmlns:a16="http://schemas.microsoft.com/office/drawing/2014/main" id="{8CA0F2F0-5420-EF4C-B522-A6D9D6245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6129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16</a:t>
            </a:r>
          </a:p>
        </p:txBody>
      </p:sp>
      <p:sp>
        <p:nvSpPr>
          <p:cNvPr id="63" name="Oval 10">
            <a:extLst>
              <a:ext uri="{FF2B5EF4-FFF2-40B4-BE49-F238E27FC236}">
                <a16:creationId xmlns:a16="http://schemas.microsoft.com/office/drawing/2014/main" id="{AF4D453A-4BF4-5D4B-BDC2-E727A4417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8313" y="3201326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14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4A0CC17-13C3-7144-82F0-3316D623D4C3}"/>
              </a:ext>
            </a:extLst>
          </p:cNvPr>
          <p:cNvCxnSpPr>
            <a:cxnSpLocks/>
            <a:stCxn id="61" idx="1"/>
            <a:endCxn id="48" idx="5"/>
          </p:cNvCxnSpPr>
          <p:nvPr/>
        </p:nvCxnSpPr>
        <p:spPr bwMode="auto">
          <a:xfrm flipH="1" flipV="1">
            <a:off x="7408080" y="2152244"/>
            <a:ext cx="905363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AF5DF6C-75AD-AC45-88A4-2BC94423A1FB}"/>
              </a:ext>
            </a:extLst>
          </p:cNvPr>
          <p:cNvCxnSpPr>
            <a:cxnSpLocks/>
            <a:stCxn id="51" idx="7"/>
            <a:endCxn id="50" idx="3"/>
          </p:cNvCxnSpPr>
          <p:nvPr/>
        </p:nvCxnSpPr>
        <p:spPr bwMode="auto">
          <a:xfrm flipV="1">
            <a:off x="5652139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CDEF5E2-7F26-9349-8E69-3CD1BCCE0710}"/>
              </a:ext>
            </a:extLst>
          </p:cNvPr>
          <p:cNvCxnSpPr>
            <a:cxnSpLocks/>
            <a:stCxn id="61" idx="3"/>
            <a:endCxn id="63" idx="7"/>
          </p:cNvCxnSpPr>
          <p:nvPr/>
        </p:nvCxnSpPr>
        <p:spPr bwMode="auto">
          <a:xfrm flipH="1">
            <a:off x="7940655" y="2873802"/>
            <a:ext cx="372788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E206520-F51A-F24B-A795-B9B8762F7EFB}"/>
              </a:ext>
            </a:extLst>
          </p:cNvPr>
          <p:cNvCxnSpPr>
            <a:cxnSpLocks/>
            <a:stCxn id="53" idx="1"/>
            <a:endCxn id="50" idx="5"/>
          </p:cNvCxnSpPr>
          <p:nvPr/>
        </p:nvCxnSpPr>
        <p:spPr bwMode="auto">
          <a:xfrm flipH="1" flipV="1">
            <a:off x="6176288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85E31F9-AF7D-2A4D-AAD6-AFB24F51CA7C}"/>
              </a:ext>
            </a:extLst>
          </p:cNvPr>
          <p:cNvCxnSpPr>
            <a:cxnSpLocks/>
            <a:stCxn id="51" idx="3"/>
            <a:endCxn id="55" idx="0"/>
          </p:cNvCxnSpPr>
          <p:nvPr/>
        </p:nvCxnSpPr>
        <p:spPr bwMode="auto">
          <a:xfrm flipH="1">
            <a:off x="5139029" y="3595361"/>
            <a:ext cx="186684" cy="32752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15DD353E-59FB-994C-ABAE-B41872498245}"/>
              </a:ext>
            </a:extLst>
          </p:cNvPr>
          <p:cNvSpPr/>
          <p:nvPr/>
        </p:nvSpPr>
        <p:spPr>
          <a:xfrm>
            <a:off x="5284731" y="2924944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F7788BF-0100-0B4B-9A03-ED3F63AAAAAA}"/>
              </a:ext>
            </a:extLst>
          </p:cNvPr>
          <p:cNvSpPr/>
          <p:nvPr/>
        </p:nvSpPr>
        <p:spPr>
          <a:xfrm>
            <a:off x="5861785" y="2202758"/>
            <a:ext cx="2984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0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80" name="Oval 11">
            <a:extLst>
              <a:ext uri="{FF2B5EF4-FFF2-40B4-BE49-F238E27FC236}">
                <a16:creationId xmlns:a16="http://schemas.microsoft.com/office/drawing/2014/main" id="{7C57BBF2-FF7B-524C-BA1E-30BD92B06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8800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445212C-2958-374D-A433-FD6F38A000A4}"/>
              </a:ext>
            </a:extLst>
          </p:cNvPr>
          <p:cNvCxnSpPr>
            <a:cxnSpLocks/>
            <a:stCxn id="80" idx="1"/>
            <a:endCxn id="53" idx="5"/>
          </p:cNvCxnSpPr>
          <p:nvPr/>
        </p:nvCxnSpPr>
        <p:spPr bwMode="auto">
          <a:xfrm flipH="1" flipV="1">
            <a:off x="6701836" y="3595360"/>
            <a:ext cx="174569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Oval 11">
            <a:extLst>
              <a:ext uri="{FF2B5EF4-FFF2-40B4-BE49-F238E27FC236}">
                <a16:creationId xmlns:a16="http://schemas.microsoft.com/office/drawing/2014/main" id="{BCB07723-7A4F-954F-B65C-53CC26174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088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2CD08E7-46AD-A848-BF36-A4DC193E5C3D}"/>
              </a:ext>
            </a:extLst>
          </p:cNvPr>
          <p:cNvCxnSpPr>
            <a:cxnSpLocks/>
            <a:stCxn id="53" idx="3"/>
            <a:endCxn id="84" idx="0"/>
          </p:cNvCxnSpPr>
          <p:nvPr/>
        </p:nvCxnSpPr>
        <p:spPr bwMode="auto">
          <a:xfrm flipH="1">
            <a:off x="6187908" y="3595360"/>
            <a:ext cx="187499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7203EBCE-86D5-F843-9AEA-9F75EA467CB5}"/>
              </a:ext>
            </a:extLst>
          </p:cNvPr>
          <p:cNvSpPr/>
          <p:nvPr/>
        </p:nvSpPr>
        <p:spPr>
          <a:xfrm>
            <a:off x="6401665" y="2924944"/>
            <a:ext cx="2984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0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B7DAF73F-4737-8C41-81AB-CCA33A80D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443" y="5373216"/>
            <a:ext cx="850745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b="1" dirty="0"/>
              <a:t>Importante: </a:t>
            </a:r>
          </a:p>
          <a:p>
            <a:r>
              <a:rPr lang="es-ES_tradnl" altLang="es-EC" dirty="0"/>
              <a:t>Note que la inserción completa aquí fue: izquierda, izquierda, izquierda, izquierda</a:t>
            </a:r>
          </a:p>
          <a:p>
            <a:r>
              <a:rPr lang="es-ES_tradnl" altLang="en-US" dirty="0"/>
              <a:t>Solo se toman en cuenta las dos primeras: </a:t>
            </a:r>
            <a:r>
              <a:rPr lang="es-ES_tradnl" altLang="en-US" b="1" dirty="0"/>
              <a:t>izquierda-izquierda</a:t>
            </a:r>
            <a:endParaRPr lang="en-US" altLang="en-US" b="1" dirty="0"/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17E91667-A761-D043-88AE-10AA9B95B871}"/>
              </a:ext>
            </a:extLst>
          </p:cNvPr>
          <p:cNvSpPr/>
          <p:nvPr/>
        </p:nvSpPr>
        <p:spPr bwMode="auto">
          <a:xfrm>
            <a:off x="4308260" y="3212976"/>
            <a:ext cx="538862" cy="499653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101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79CBFB01-5B3C-FE4A-9914-1E0106CF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177" y="765175"/>
            <a:ext cx="73276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izquierda – izquierda =&gt; Rotación (simple) hacia la derecha</a:t>
            </a:r>
            <a:endParaRPr lang="en-US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0B39A75-D41D-7744-92FE-689805CCB66A}"/>
              </a:ext>
            </a:extLst>
          </p:cNvPr>
          <p:cNvGrpSpPr/>
          <p:nvPr/>
        </p:nvGrpSpPr>
        <p:grpSpPr>
          <a:xfrm>
            <a:off x="179512" y="1758210"/>
            <a:ext cx="4248472" cy="3358805"/>
            <a:chOff x="179512" y="1758210"/>
            <a:chExt cx="4248472" cy="3358805"/>
          </a:xfrm>
        </p:grpSpPr>
        <p:sp>
          <p:nvSpPr>
            <p:cNvPr id="49160" name="Oval 1">
              <a:extLst>
                <a:ext uri="{FF2B5EF4-FFF2-40B4-BE49-F238E27FC236}">
                  <a16:creationId xmlns:a16="http://schemas.microsoft.com/office/drawing/2014/main" id="{E3B62B6B-AEEF-3D4F-8EC1-004DEE745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244" y="175821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12</a:t>
              </a:r>
            </a:p>
          </p:txBody>
        </p:sp>
        <p:sp>
          <p:nvSpPr>
            <p:cNvPr id="49161" name="Oval 10">
              <a:extLst>
                <a:ext uri="{FF2B5EF4-FFF2-40B4-BE49-F238E27FC236}">
                  <a16:creationId xmlns:a16="http://schemas.microsoft.com/office/drawing/2014/main" id="{BA49EF29-55E1-8F4C-AD19-3B392AE99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6143" y="2479769"/>
              <a:ext cx="459657" cy="461639"/>
            </a:xfrm>
            <a:prstGeom prst="ellipse">
              <a:avLst/>
            </a:prstGeom>
            <a:solidFill>
              <a:srgbClr val="92D05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</a:t>
              </a:r>
            </a:p>
          </p:txBody>
        </p:sp>
        <p:sp>
          <p:nvSpPr>
            <p:cNvPr id="49162" name="Oval 11">
              <a:extLst>
                <a:ext uri="{FF2B5EF4-FFF2-40B4-BE49-F238E27FC236}">
                  <a16:creationId xmlns:a16="http://schemas.microsoft.com/office/drawing/2014/main" id="{BD20D8E9-BFEC-7942-BD59-50624C827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305" y="3201326"/>
              <a:ext cx="461639" cy="461639"/>
            </a:xfrm>
            <a:prstGeom prst="ellipse">
              <a:avLst/>
            </a:prstGeom>
            <a:solidFill>
              <a:srgbClr val="FFC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8307B69-BB51-E748-AA8B-117CA0C0EEA4}"/>
                </a:ext>
              </a:extLst>
            </p:cNvPr>
            <p:cNvCxnSpPr>
              <a:cxnSpLocks/>
              <a:stCxn id="49160" idx="3"/>
              <a:endCxn id="49161" idx="7"/>
            </p:cNvCxnSpPr>
            <p:nvPr/>
          </p:nvCxnSpPr>
          <p:spPr bwMode="auto">
            <a:xfrm flipH="1">
              <a:off x="1898486" y="2152244"/>
              <a:ext cx="905365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Oval 11">
              <a:extLst>
                <a:ext uri="{FF2B5EF4-FFF2-40B4-BE49-F238E27FC236}">
                  <a16:creationId xmlns:a16="http://schemas.microsoft.com/office/drawing/2014/main" id="{A3F3EFC3-D649-154F-91FB-8C2735EC5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0000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sp>
          <p:nvSpPr>
            <p:cNvPr id="54" name="Oval 11">
              <a:extLst>
                <a:ext uri="{FF2B5EF4-FFF2-40B4-BE49-F238E27FC236}">
                  <a16:creationId xmlns:a16="http://schemas.microsoft.com/office/drawing/2014/main" id="{96FF67BD-6DC2-CD40-A043-83A942D59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407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2</a:t>
              </a:r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85AC3178-A751-A04C-AA9E-A124D1691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0203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6</a:t>
              </a:r>
            </a:p>
          </p:txBody>
        </p:sp>
        <p:sp>
          <p:nvSpPr>
            <p:cNvPr id="57" name="Oval 10">
              <a:extLst>
                <a:ext uri="{FF2B5EF4-FFF2-40B4-BE49-F238E27FC236}">
                  <a16:creationId xmlns:a16="http://schemas.microsoft.com/office/drawing/2014/main" id="{4226A0E1-2C45-9B47-B79E-FBAD6E469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327" y="2479769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16</a:t>
              </a:r>
            </a:p>
          </p:txBody>
        </p:sp>
        <p:sp>
          <p:nvSpPr>
            <p:cNvPr id="58" name="Oval 10">
              <a:extLst>
                <a:ext uri="{FF2B5EF4-FFF2-40B4-BE49-F238E27FC236}">
                  <a16:creationId xmlns:a16="http://schemas.microsoft.com/office/drawing/2014/main" id="{B4A2AB65-B279-7C42-877E-13BF9FF34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511" y="3201326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14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537D567-9EF9-A340-966E-7E649D57A321}"/>
                </a:ext>
              </a:extLst>
            </p:cNvPr>
            <p:cNvCxnSpPr>
              <a:cxnSpLocks/>
              <a:stCxn id="57" idx="1"/>
              <a:endCxn id="49160" idx="5"/>
            </p:cNvCxnSpPr>
            <p:nvPr/>
          </p:nvCxnSpPr>
          <p:spPr bwMode="auto">
            <a:xfrm flipH="1" flipV="1">
              <a:off x="3130278" y="2152244"/>
              <a:ext cx="905363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42A0D67-702D-3D4D-B002-B1CABCF07DF2}"/>
                </a:ext>
              </a:extLst>
            </p:cNvPr>
            <p:cNvCxnSpPr>
              <a:cxnSpLocks/>
              <a:stCxn id="49162" idx="7"/>
              <a:endCxn id="49161" idx="3"/>
            </p:cNvCxnSpPr>
            <p:nvPr/>
          </p:nvCxnSpPr>
          <p:spPr bwMode="auto">
            <a:xfrm flipV="1">
              <a:off x="1374337" y="2873802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D7FF0F6-A4FF-BC4E-B5B3-692C46E15BE7}"/>
                </a:ext>
              </a:extLst>
            </p:cNvPr>
            <p:cNvCxnSpPr>
              <a:cxnSpLocks/>
              <a:stCxn id="57" idx="3"/>
              <a:endCxn id="58" idx="7"/>
            </p:cNvCxnSpPr>
            <p:nvPr/>
          </p:nvCxnSpPr>
          <p:spPr bwMode="auto">
            <a:xfrm flipH="1">
              <a:off x="3662853" y="2873802"/>
              <a:ext cx="372788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46FF9C1-5F8E-9040-86D1-BF8D176B3EAD}"/>
                </a:ext>
              </a:extLst>
            </p:cNvPr>
            <p:cNvCxnSpPr>
              <a:cxnSpLocks/>
              <a:stCxn id="49" idx="1"/>
              <a:endCxn id="49161" idx="5"/>
            </p:cNvCxnSpPr>
            <p:nvPr/>
          </p:nvCxnSpPr>
          <p:spPr bwMode="auto">
            <a:xfrm flipH="1" flipV="1">
              <a:off x="1898486" y="2873802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532559F-9656-F941-B242-8625C29B2394}"/>
                </a:ext>
              </a:extLst>
            </p:cNvPr>
            <p:cNvCxnSpPr>
              <a:cxnSpLocks/>
              <a:stCxn id="49162" idx="3"/>
              <a:endCxn id="54" idx="0"/>
            </p:cNvCxnSpPr>
            <p:nvPr/>
          </p:nvCxnSpPr>
          <p:spPr bwMode="auto">
            <a:xfrm flipH="1">
              <a:off x="861227" y="3595361"/>
              <a:ext cx="186684" cy="327525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AA01732-99DD-1442-B14E-674B07606447}"/>
                </a:ext>
              </a:extLst>
            </p:cNvPr>
            <p:cNvCxnSpPr>
              <a:cxnSpLocks/>
              <a:stCxn id="49162" idx="5"/>
              <a:endCxn id="56" idx="0"/>
            </p:cNvCxnSpPr>
            <p:nvPr/>
          </p:nvCxnSpPr>
          <p:spPr bwMode="auto">
            <a:xfrm>
              <a:off x="1374337" y="3595361"/>
              <a:ext cx="186686" cy="327525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Oval 1">
              <a:extLst>
                <a:ext uri="{FF2B5EF4-FFF2-40B4-BE49-F238E27FC236}">
                  <a16:creationId xmlns:a16="http://schemas.microsoft.com/office/drawing/2014/main" id="{171A6735-743C-A242-AA47-D641CC5DD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12" y="465537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</a:t>
              </a:r>
              <a:endParaRPr lang="en-US" altLang="en-US" sz="1400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3A97C67-8EDD-D54B-B5DD-FE79A3D052E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10210" y="4340087"/>
              <a:ext cx="228599" cy="33793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8A53C9F-225F-C64A-97C6-5AEB0DDF9C38}"/>
              </a:ext>
            </a:extLst>
          </p:cNvPr>
          <p:cNvSpPr/>
          <p:nvPr/>
        </p:nvSpPr>
        <p:spPr>
          <a:xfrm>
            <a:off x="1585287" y="214562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es-EC" dirty="0"/>
              <a:t>n</a:t>
            </a:r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313BD0A-E1AB-8940-B0B4-15B9D3A2F4A2}"/>
              </a:ext>
            </a:extLst>
          </p:cNvPr>
          <p:cNvSpPr/>
          <p:nvPr/>
        </p:nvSpPr>
        <p:spPr>
          <a:xfrm>
            <a:off x="970881" y="2831994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es-EC" dirty="0"/>
              <a:t>n1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2752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79CBFB01-5B3C-FE4A-9914-1E0106CF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177" y="765175"/>
            <a:ext cx="73276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izquierda – izquierda =&gt; Rotación (simple) hacia la derecha</a:t>
            </a:r>
            <a:endParaRPr lang="en-US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0B39A75-D41D-7744-92FE-689805CCB66A}"/>
              </a:ext>
            </a:extLst>
          </p:cNvPr>
          <p:cNvGrpSpPr/>
          <p:nvPr/>
        </p:nvGrpSpPr>
        <p:grpSpPr>
          <a:xfrm>
            <a:off x="179512" y="1758210"/>
            <a:ext cx="4248472" cy="3358805"/>
            <a:chOff x="179512" y="1758210"/>
            <a:chExt cx="4248472" cy="3358805"/>
          </a:xfrm>
        </p:grpSpPr>
        <p:sp>
          <p:nvSpPr>
            <p:cNvPr id="49160" name="Oval 1">
              <a:extLst>
                <a:ext uri="{FF2B5EF4-FFF2-40B4-BE49-F238E27FC236}">
                  <a16:creationId xmlns:a16="http://schemas.microsoft.com/office/drawing/2014/main" id="{E3B62B6B-AEEF-3D4F-8EC1-004DEE745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244" y="175821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12</a:t>
              </a:r>
            </a:p>
          </p:txBody>
        </p:sp>
        <p:sp>
          <p:nvSpPr>
            <p:cNvPr id="49161" name="Oval 10">
              <a:extLst>
                <a:ext uri="{FF2B5EF4-FFF2-40B4-BE49-F238E27FC236}">
                  <a16:creationId xmlns:a16="http://schemas.microsoft.com/office/drawing/2014/main" id="{BA49EF29-55E1-8F4C-AD19-3B392AE99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6143" y="2479769"/>
              <a:ext cx="459657" cy="461639"/>
            </a:xfrm>
            <a:prstGeom prst="ellipse">
              <a:avLst/>
            </a:prstGeom>
            <a:solidFill>
              <a:srgbClr val="92D05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</a:t>
              </a:r>
            </a:p>
          </p:txBody>
        </p:sp>
        <p:sp>
          <p:nvSpPr>
            <p:cNvPr id="49162" name="Oval 11">
              <a:extLst>
                <a:ext uri="{FF2B5EF4-FFF2-40B4-BE49-F238E27FC236}">
                  <a16:creationId xmlns:a16="http://schemas.microsoft.com/office/drawing/2014/main" id="{BD20D8E9-BFEC-7942-BD59-50624C827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305" y="3201326"/>
              <a:ext cx="461639" cy="461639"/>
            </a:xfrm>
            <a:prstGeom prst="ellipse">
              <a:avLst/>
            </a:prstGeom>
            <a:solidFill>
              <a:srgbClr val="FFC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8307B69-BB51-E748-AA8B-117CA0C0EEA4}"/>
                </a:ext>
              </a:extLst>
            </p:cNvPr>
            <p:cNvCxnSpPr>
              <a:cxnSpLocks/>
              <a:stCxn id="49160" idx="3"/>
              <a:endCxn id="49161" idx="7"/>
            </p:cNvCxnSpPr>
            <p:nvPr/>
          </p:nvCxnSpPr>
          <p:spPr bwMode="auto">
            <a:xfrm flipH="1">
              <a:off x="1898486" y="2152244"/>
              <a:ext cx="905365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Oval 11">
              <a:extLst>
                <a:ext uri="{FF2B5EF4-FFF2-40B4-BE49-F238E27FC236}">
                  <a16:creationId xmlns:a16="http://schemas.microsoft.com/office/drawing/2014/main" id="{A3F3EFC3-D649-154F-91FB-8C2735EC5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0000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sp>
          <p:nvSpPr>
            <p:cNvPr id="54" name="Oval 11">
              <a:extLst>
                <a:ext uri="{FF2B5EF4-FFF2-40B4-BE49-F238E27FC236}">
                  <a16:creationId xmlns:a16="http://schemas.microsoft.com/office/drawing/2014/main" id="{96FF67BD-6DC2-CD40-A043-83A942D59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407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2</a:t>
              </a:r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85AC3178-A751-A04C-AA9E-A124D1691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0203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6</a:t>
              </a:r>
            </a:p>
          </p:txBody>
        </p:sp>
        <p:sp>
          <p:nvSpPr>
            <p:cNvPr id="57" name="Oval 10">
              <a:extLst>
                <a:ext uri="{FF2B5EF4-FFF2-40B4-BE49-F238E27FC236}">
                  <a16:creationId xmlns:a16="http://schemas.microsoft.com/office/drawing/2014/main" id="{4226A0E1-2C45-9B47-B79E-FBAD6E469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327" y="2479769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16</a:t>
              </a:r>
            </a:p>
          </p:txBody>
        </p:sp>
        <p:sp>
          <p:nvSpPr>
            <p:cNvPr id="58" name="Oval 10">
              <a:extLst>
                <a:ext uri="{FF2B5EF4-FFF2-40B4-BE49-F238E27FC236}">
                  <a16:creationId xmlns:a16="http://schemas.microsoft.com/office/drawing/2014/main" id="{B4A2AB65-B279-7C42-877E-13BF9FF34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511" y="3201326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14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537D567-9EF9-A340-966E-7E649D57A321}"/>
                </a:ext>
              </a:extLst>
            </p:cNvPr>
            <p:cNvCxnSpPr>
              <a:cxnSpLocks/>
              <a:stCxn id="57" idx="1"/>
              <a:endCxn id="49160" idx="5"/>
            </p:cNvCxnSpPr>
            <p:nvPr/>
          </p:nvCxnSpPr>
          <p:spPr bwMode="auto">
            <a:xfrm flipH="1" flipV="1">
              <a:off x="3130278" y="2152244"/>
              <a:ext cx="905363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42A0D67-702D-3D4D-B002-B1CABCF07DF2}"/>
                </a:ext>
              </a:extLst>
            </p:cNvPr>
            <p:cNvCxnSpPr>
              <a:cxnSpLocks/>
              <a:stCxn id="49162" idx="7"/>
              <a:endCxn id="49161" idx="3"/>
            </p:cNvCxnSpPr>
            <p:nvPr/>
          </p:nvCxnSpPr>
          <p:spPr bwMode="auto">
            <a:xfrm flipV="1">
              <a:off x="1374337" y="2873802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D7FF0F6-A4FF-BC4E-B5B3-692C46E15BE7}"/>
                </a:ext>
              </a:extLst>
            </p:cNvPr>
            <p:cNvCxnSpPr>
              <a:cxnSpLocks/>
              <a:stCxn id="57" idx="3"/>
              <a:endCxn id="58" idx="7"/>
            </p:cNvCxnSpPr>
            <p:nvPr/>
          </p:nvCxnSpPr>
          <p:spPr bwMode="auto">
            <a:xfrm flipH="1">
              <a:off x="3662853" y="2873802"/>
              <a:ext cx="372788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46FF9C1-5F8E-9040-86D1-BF8D176B3EAD}"/>
                </a:ext>
              </a:extLst>
            </p:cNvPr>
            <p:cNvCxnSpPr>
              <a:cxnSpLocks/>
              <a:stCxn id="49" idx="1"/>
              <a:endCxn id="49161" idx="5"/>
            </p:cNvCxnSpPr>
            <p:nvPr/>
          </p:nvCxnSpPr>
          <p:spPr bwMode="auto">
            <a:xfrm flipH="1" flipV="1">
              <a:off x="1898486" y="2873802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532559F-9656-F941-B242-8625C29B2394}"/>
                </a:ext>
              </a:extLst>
            </p:cNvPr>
            <p:cNvCxnSpPr>
              <a:cxnSpLocks/>
              <a:stCxn id="49162" idx="3"/>
              <a:endCxn id="54" idx="0"/>
            </p:cNvCxnSpPr>
            <p:nvPr/>
          </p:nvCxnSpPr>
          <p:spPr bwMode="auto">
            <a:xfrm flipH="1">
              <a:off x="861227" y="3595361"/>
              <a:ext cx="186684" cy="327525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AA01732-99DD-1442-B14E-674B07606447}"/>
                </a:ext>
              </a:extLst>
            </p:cNvPr>
            <p:cNvCxnSpPr>
              <a:cxnSpLocks/>
              <a:stCxn id="49162" idx="5"/>
              <a:endCxn id="56" idx="0"/>
            </p:cNvCxnSpPr>
            <p:nvPr/>
          </p:nvCxnSpPr>
          <p:spPr bwMode="auto">
            <a:xfrm>
              <a:off x="1374337" y="3595361"/>
              <a:ext cx="186686" cy="327525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Oval 1">
              <a:extLst>
                <a:ext uri="{FF2B5EF4-FFF2-40B4-BE49-F238E27FC236}">
                  <a16:creationId xmlns:a16="http://schemas.microsoft.com/office/drawing/2014/main" id="{171A6735-743C-A242-AA47-D641CC5DD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12" y="465537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</a:t>
              </a:r>
              <a:endParaRPr lang="en-US" altLang="en-US" sz="1400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3A97C67-8EDD-D54B-B5DD-FE79A3D052E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10210" y="4340087"/>
              <a:ext cx="228599" cy="33793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Oval 1">
            <a:extLst>
              <a:ext uri="{FF2B5EF4-FFF2-40B4-BE49-F238E27FC236}">
                <a16:creationId xmlns:a16="http://schemas.microsoft.com/office/drawing/2014/main" id="{67F171A1-4E7B-CA44-89CA-9A3DED862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46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12</a:t>
            </a:r>
          </a:p>
        </p:txBody>
      </p:sp>
      <p:sp>
        <p:nvSpPr>
          <p:cNvPr id="50" name="Oval 10">
            <a:extLst>
              <a:ext uri="{FF2B5EF4-FFF2-40B4-BE49-F238E27FC236}">
                <a16:creationId xmlns:a16="http://schemas.microsoft.com/office/drawing/2014/main" id="{BD3816EB-47AC-6B40-972F-CC55FA988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3945" y="2479769"/>
            <a:ext cx="459657" cy="461639"/>
          </a:xfrm>
          <a:prstGeom prst="ellipse">
            <a:avLst/>
          </a:prstGeom>
          <a:solidFill>
            <a:srgbClr val="FFC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</a:t>
            </a:r>
          </a:p>
        </p:txBody>
      </p:sp>
      <p:sp>
        <p:nvSpPr>
          <p:cNvPr id="51" name="Oval 11">
            <a:extLst>
              <a:ext uri="{FF2B5EF4-FFF2-40B4-BE49-F238E27FC236}">
                <a16:creationId xmlns:a16="http://schemas.microsoft.com/office/drawing/2014/main" id="{4E99BDA0-CC67-5348-820C-774AA29D7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8107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7614075-6293-E040-AEF0-F6A5B4A47A87}"/>
              </a:ext>
            </a:extLst>
          </p:cNvPr>
          <p:cNvCxnSpPr>
            <a:cxnSpLocks/>
            <a:stCxn id="48" idx="3"/>
            <a:endCxn id="50" idx="7"/>
          </p:cNvCxnSpPr>
          <p:nvPr/>
        </p:nvCxnSpPr>
        <p:spPr bwMode="auto">
          <a:xfrm flipH="1">
            <a:off x="6176288" y="2152244"/>
            <a:ext cx="905365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Oval 11">
            <a:extLst>
              <a:ext uri="{FF2B5EF4-FFF2-40B4-BE49-F238E27FC236}">
                <a16:creationId xmlns:a16="http://schemas.microsoft.com/office/drawing/2014/main" id="{4362E2EA-3F60-8545-BC73-70577ED33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7802" y="3201326"/>
            <a:ext cx="461639" cy="461639"/>
          </a:xfrm>
          <a:prstGeom prst="ellipse">
            <a:avLst/>
          </a:prstGeom>
          <a:solidFill>
            <a:srgbClr val="92D05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</a:t>
            </a:r>
          </a:p>
        </p:txBody>
      </p:sp>
      <p:sp>
        <p:nvSpPr>
          <p:cNvPr id="55" name="Oval 11">
            <a:extLst>
              <a:ext uri="{FF2B5EF4-FFF2-40B4-BE49-F238E27FC236}">
                <a16:creationId xmlns:a16="http://schemas.microsoft.com/office/drawing/2014/main" id="{140D2F75-6158-AD48-A48A-D8E1F5122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820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</a:t>
            </a:r>
          </a:p>
        </p:txBody>
      </p:sp>
      <p:sp>
        <p:nvSpPr>
          <p:cNvPr id="61" name="Oval 10">
            <a:extLst>
              <a:ext uri="{FF2B5EF4-FFF2-40B4-BE49-F238E27FC236}">
                <a16:creationId xmlns:a16="http://schemas.microsoft.com/office/drawing/2014/main" id="{8CA0F2F0-5420-EF4C-B522-A6D9D6245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6129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16</a:t>
            </a:r>
          </a:p>
        </p:txBody>
      </p:sp>
      <p:sp>
        <p:nvSpPr>
          <p:cNvPr id="63" name="Oval 10">
            <a:extLst>
              <a:ext uri="{FF2B5EF4-FFF2-40B4-BE49-F238E27FC236}">
                <a16:creationId xmlns:a16="http://schemas.microsoft.com/office/drawing/2014/main" id="{AF4D453A-4BF4-5D4B-BDC2-E727A4417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8313" y="3201326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14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4A0CC17-13C3-7144-82F0-3316D623D4C3}"/>
              </a:ext>
            </a:extLst>
          </p:cNvPr>
          <p:cNvCxnSpPr>
            <a:cxnSpLocks/>
            <a:stCxn id="61" idx="1"/>
            <a:endCxn id="48" idx="5"/>
          </p:cNvCxnSpPr>
          <p:nvPr/>
        </p:nvCxnSpPr>
        <p:spPr bwMode="auto">
          <a:xfrm flipH="1" flipV="1">
            <a:off x="7408080" y="2152244"/>
            <a:ext cx="905363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AF5DF6C-75AD-AC45-88A4-2BC94423A1FB}"/>
              </a:ext>
            </a:extLst>
          </p:cNvPr>
          <p:cNvCxnSpPr>
            <a:cxnSpLocks/>
            <a:stCxn id="51" idx="7"/>
            <a:endCxn id="50" idx="3"/>
          </p:cNvCxnSpPr>
          <p:nvPr/>
        </p:nvCxnSpPr>
        <p:spPr bwMode="auto">
          <a:xfrm flipV="1">
            <a:off x="5652139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CDEF5E2-7F26-9349-8E69-3CD1BCCE0710}"/>
              </a:ext>
            </a:extLst>
          </p:cNvPr>
          <p:cNvCxnSpPr>
            <a:cxnSpLocks/>
            <a:stCxn id="61" idx="3"/>
            <a:endCxn id="63" idx="7"/>
          </p:cNvCxnSpPr>
          <p:nvPr/>
        </p:nvCxnSpPr>
        <p:spPr bwMode="auto">
          <a:xfrm flipH="1">
            <a:off x="7940655" y="2873802"/>
            <a:ext cx="372788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E206520-F51A-F24B-A795-B9B8762F7EFB}"/>
              </a:ext>
            </a:extLst>
          </p:cNvPr>
          <p:cNvCxnSpPr>
            <a:cxnSpLocks/>
            <a:stCxn id="53" idx="1"/>
            <a:endCxn id="50" idx="5"/>
          </p:cNvCxnSpPr>
          <p:nvPr/>
        </p:nvCxnSpPr>
        <p:spPr bwMode="auto">
          <a:xfrm flipH="1" flipV="1">
            <a:off x="6176288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85E31F9-AF7D-2A4D-AAD6-AFB24F51CA7C}"/>
              </a:ext>
            </a:extLst>
          </p:cNvPr>
          <p:cNvCxnSpPr>
            <a:cxnSpLocks/>
            <a:stCxn id="51" idx="3"/>
            <a:endCxn id="55" idx="0"/>
          </p:cNvCxnSpPr>
          <p:nvPr/>
        </p:nvCxnSpPr>
        <p:spPr bwMode="auto">
          <a:xfrm flipH="1">
            <a:off x="5139029" y="3595361"/>
            <a:ext cx="186684" cy="32752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Oval 11">
            <a:extLst>
              <a:ext uri="{FF2B5EF4-FFF2-40B4-BE49-F238E27FC236}">
                <a16:creationId xmlns:a16="http://schemas.microsoft.com/office/drawing/2014/main" id="{7C57BBF2-FF7B-524C-BA1E-30BD92B06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8800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445212C-2958-374D-A433-FD6F38A000A4}"/>
              </a:ext>
            </a:extLst>
          </p:cNvPr>
          <p:cNvCxnSpPr>
            <a:cxnSpLocks/>
            <a:stCxn id="80" idx="1"/>
            <a:endCxn id="53" idx="5"/>
          </p:cNvCxnSpPr>
          <p:nvPr/>
        </p:nvCxnSpPr>
        <p:spPr bwMode="auto">
          <a:xfrm flipH="1" flipV="1">
            <a:off x="6701836" y="3595360"/>
            <a:ext cx="174569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Oval 11">
            <a:extLst>
              <a:ext uri="{FF2B5EF4-FFF2-40B4-BE49-F238E27FC236}">
                <a16:creationId xmlns:a16="http://schemas.microsoft.com/office/drawing/2014/main" id="{BCB07723-7A4F-954F-B65C-53CC26174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088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2CD08E7-46AD-A848-BF36-A4DC193E5C3D}"/>
              </a:ext>
            </a:extLst>
          </p:cNvPr>
          <p:cNvCxnSpPr>
            <a:cxnSpLocks/>
            <a:stCxn id="53" idx="3"/>
            <a:endCxn id="84" idx="0"/>
          </p:cNvCxnSpPr>
          <p:nvPr/>
        </p:nvCxnSpPr>
        <p:spPr bwMode="auto">
          <a:xfrm flipH="1">
            <a:off x="6187908" y="3595360"/>
            <a:ext cx="187499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8A53C9F-225F-C64A-97C6-5AEB0DDF9C38}"/>
              </a:ext>
            </a:extLst>
          </p:cNvPr>
          <p:cNvSpPr/>
          <p:nvPr/>
        </p:nvSpPr>
        <p:spPr>
          <a:xfrm>
            <a:off x="1585287" y="214562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es-EC" dirty="0"/>
              <a:t>n</a:t>
            </a:r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313BD0A-E1AB-8940-B0B4-15B9D3A2F4A2}"/>
              </a:ext>
            </a:extLst>
          </p:cNvPr>
          <p:cNvSpPr/>
          <p:nvPr/>
        </p:nvSpPr>
        <p:spPr>
          <a:xfrm>
            <a:off x="970881" y="2831994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es-EC" dirty="0"/>
              <a:t>n1</a:t>
            </a:r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AF1E3FA-BC76-A54F-8E4F-1A4736A1171B}"/>
              </a:ext>
            </a:extLst>
          </p:cNvPr>
          <p:cNvSpPr/>
          <p:nvPr/>
        </p:nvSpPr>
        <p:spPr>
          <a:xfrm>
            <a:off x="6401342" y="288670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es-EC" dirty="0"/>
              <a:t>n</a:t>
            </a:r>
            <a:endParaRPr lang="en-US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EF89E4B-4792-7445-B5C9-4C22A1221340}"/>
              </a:ext>
            </a:extLst>
          </p:cNvPr>
          <p:cNvSpPr/>
          <p:nvPr/>
        </p:nvSpPr>
        <p:spPr>
          <a:xfrm>
            <a:off x="5793200" y="2098086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es-EC" dirty="0"/>
              <a:t>n1</a:t>
            </a:r>
            <a:endParaRPr lang="en-US" dirty="0"/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070A9F95-1DAE-0148-93E5-A4B4A8B90895}"/>
              </a:ext>
            </a:extLst>
          </p:cNvPr>
          <p:cNvSpPr/>
          <p:nvPr/>
        </p:nvSpPr>
        <p:spPr bwMode="auto">
          <a:xfrm>
            <a:off x="4308260" y="3212976"/>
            <a:ext cx="538862" cy="499653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6454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79CBFB01-5B3C-FE4A-9914-1E0106CF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177" y="765175"/>
            <a:ext cx="73276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izquierda – izquierda =&gt; Rotación (simple) hacia la derecha</a:t>
            </a:r>
            <a:endParaRPr lang="en-US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0B39A75-D41D-7744-92FE-689805CCB66A}"/>
              </a:ext>
            </a:extLst>
          </p:cNvPr>
          <p:cNvGrpSpPr/>
          <p:nvPr/>
        </p:nvGrpSpPr>
        <p:grpSpPr>
          <a:xfrm>
            <a:off x="179512" y="1758210"/>
            <a:ext cx="4248472" cy="3358805"/>
            <a:chOff x="179512" y="1758210"/>
            <a:chExt cx="4248472" cy="3358805"/>
          </a:xfrm>
        </p:grpSpPr>
        <p:sp>
          <p:nvSpPr>
            <p:cNvPr id="49160" name="Oval 1">
              <a:extLst>
                <a:ext uri="{FF2B5EF4-FFF2-40B4-BE49-F238E27FC236}">
                  <a16:creationId xmlns:a16="http://schemas.microsoft.com/office/drawing/2014/main" id="{E3B62B6B-AEEF-3D4F-8EC1-004DEE745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244" y="175821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12</a:t>
              </a:r>
            </a:p>
          </p:txBody>
        </p:sp>
        <p:sp>
          <p:nvSpPr>
            <p:cNvPr id="49161" name="Oval 10">
              <a:extLst>
                <a:ext uri="{FF2B5EF4-FFF2-40B4-BE49-F238E27FC236}">
                  <a16:creationId xmlns:a16="http://schemas.microsoft.com/office/drawing/2014/main" id="{BA49EF29-55E1-8F4C-AD19-3B392AE99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6143" y="2479769"/>
              <a:ext cx="459657" cy="461639"/>
            </a:xfrm>
            <a:prstGeom prst="ellipse">
              <a:avLst/>
            </a:prstGeom>
            <a:solidFill>
              <a:srgbClr val="92D05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</a:t>
              </a:r>
            </a:p>
          </p:txBody>
        </p:sp>
        <p:sp>
          <p:nvSpPr>
            <p:cNvPr id="49162" name="Oval 11">
              <a:extLst>
                <a:ext uri="{FF2B5EF4-FFF2-40B4-BE49-F238E27FC236}">
                  <a16:creationId xmlns:a16="http://schemas.microsoft.com/office/drawing/2014/main" id="{BD20D8E9-BFEC-7942-BD59-50624C827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305" y="3201326"/>
              <a:ext cx="461639" cy="461639"/>
            </a:xfrm>
            <a:prstGeom prst="ellipse">
              <a:avLst/>
            </a:prstGeom>
            <a:solidFill>
              <a:srgbClr val="FFC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8307B69-BB51-E748-AA8B-117CA0C0EEA4}"/>
                </a:ext>
              </a:extLst>
            </p:cNvPr>
            <p:cNvCxnSpPr>
              <a:cxnSpLocks/>
              <a:stCxn id="49160" idx="3"/>
              <a:endCxn id="49161" idx="7"/>
            </p:cNvCxnSpPr>
            <p:nvPr/>
          </p:nvCxnSpPr>
          <p:spPr bwMode="auto">
            <a:xfrm flipH="1">
              <a:off x="1898486" y="2152244"/>
              <a:ext cx="905365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Oval 11">
              <a:extLst>
                <a:ext uri="{FF2B5EF4-FFF2-40B4-BE49-F238E27FC236}">
                  <a16:creationId xmlns:a16="http://schemas.microsoft.com/office/drawing/2014/main" id="{A3F3EFC3-D649-154F-91FB-8C2735EC5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0000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10</a:t>
              </a:r>
            </a:p>
          </p:txBody>
        </p:sp>
        <p:sp>
          <p:nvSpPr>
            <p:cNvPr id="54" name="Oval 11">
              <a:extLst>
                <a:ext uri="{FF2B5EF4-FFF2-40B4-BE49-F238E27FC236}">
                  <a16:creationId xmlns:a16="http://schemas.microsoft.com/office/drawing/2014/main" id="{96FF67BD-6DC2-CD40-A043-83A942D59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407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2</a:t>
              </a:r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85AC3178-A751-A04C-AA9E-A124D1691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0203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6</a:t>
              </a:r>
            </a:p>
          </p:txBody>
        </p:sp>
        <p:sp>
          <p:nvSpPr>
            <p:cNvPr id="57" name="Oval 10">
              <a:extLst>
                <a:ext uri="{FF2B5EF4-FFF2-40B4-BE49-F238E27FC236}">
                  <a16:creationId xmlns:a16="http://schemas.microsoft.com/office/drawing/2014/main" id="{4226A0E1-2C45-9B47-B79E-FBAD6E469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327" y="2479769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16</a:t>
              </a:r>
            </a:p>
          </p:txBody>
        </p:sp>
        <p:sp>
          <p:nvSpPr>
            <p:cNvPr id="58" name="Oval 10">
              <a:extLst>
                <a:ext uri="{FF2B5EF4-FFF2-40B4-BE49-F238E27FC236}">
                  <a16:creationId xmlns:a16="http://schemas.microsoft.com/office/drawing/2014/main" id="{B4A2AB65-B279-7C42-877E-13BF9FF34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511" y="3201326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14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537D567-9EF9-A340-966E-7E649D57A321}"/>
                </a:ext>
              </a:extLst>
            </p:cNvPr>
            <p:cNvCxnSpPr>
              <a:cxnSpLocks/>
              <a:stCxn id="57" idx="1"/>
              <a:endCxn id="49160" idx="5"/>
            </p:cNvCxnSpPr>
            <p:nvPr/>
          </p:nvCxnSpPr>
          <p:spPr bwMode="auto">
            <a:xfrm flipH="1" flipV="1">
              <a:off x="3130278" y="2152244"/>
              <a:ext cx="905363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42A0D67-702D-3D4D-B002-B1CABCF07DF2}"/>
                </a:ext>
              </a:extLst>
            </p:cNvPr>
            <p:cNvCxnSpPr>
              <a:cxnSpLocks/>
              <a:stCxn id="49162" idx="7"/>
              <a:endCxn id="49161" idx="3"/>
            </p:cNvCxnSpPr>
            <p:nvPr/>
          </p:nvCxnSpPr>
          <p:spPr bwMode="auto">
            <a:xfrm flipV="1">
              <a:off x="1374337" y="2873802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D7FF0F6-A4FF-BC4E-B5B3-692C46E15BE7}"/>
                </a:ext>
              </a:extLst>
            </p:cNvPr>
            <p:cNvCxnSpPr>
              <a:cxnSpLocks/>
              <a:stCxn id="57" idx="3"/>
              <a:endCxn id="58" idx="7"/>
            </p:cNvCxnSpPr>
            <p:nvPr/>
          </p:nvCxnSpPr>
          <p:spPr bwMode="auto">
            <a:xfrm flipH="1">
              <a:off x="3662853" y="2873802"/>
              <a:ext cx="372788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46FF9C1-5F8E-9040-86D1-BF8D176B3EAD}"/>
                </a:ext>
              </a:extLst>
            </p:cNvPr>
            <p:cNvCxnSpPr>
              <a:cxnSpLocks/>
              <a:stCxn id="49" idx="1"/>
              <a:endCxn id="49161" idx="5"/>
            </p:cNvCxnSpPr>
            <p:nvPr/>
          </p:nvCxnSpPr>
          <p:spPr bwMode="auto">
            <a:xfrm flipH="1" flipV="1">
              <a:off x="1898486" y="2873802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532559F-9656-F941-B242-8625C29B2394}"/>
                </a:ext>
              </a:extLst>
            </p:cNvPr>
            <p:cNvCxnSpPr>
              <a:cxnSpLocks/>
              <a:stCxn id="49162" idx="3"/>
              <a:endCxn id="54" idx="0"/>
            </p:cNvCxnSpPr>
            <p:nvPr/>
          </p:nvCxnSpPr>
          <p:spPr bwMode="auto">
            <a:xfrm flipH="1">
              <a:off x="861227" y="3595361"/>
              <a:ext cx="186684" cy="327525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AA01732-99DD-1442-B14E-674B07606447}"/>
                </a:ext>
              </a:extLst>
            </p:cNvPr>
            <p:cNvCxnSpPr>
              <a:cxnSpLocks/>
              <a:stCxn id="49162" idx="5"/>
              <a:endCxn id="56" idx="0"/>
            </p:cNvCxnSpPr>
            <p:nvPr/>
          </p:nvCxnSpPr>
          <p:spPr bwMode="auto">
            <a:xfrm>
              <a:off x="1374337" y="3595361"/>
              <a:ext cx="186686" cy="327525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Oval 1">
              <a:extLst>
                <a:ext uri="{FF2B5EF4-FFF2-40B4-BE49-F238E27FC236}">
                  <a16:creationId xmlns:a16="http://schemas.microsoft.com/office/drawing/2014/main" id="{171A6735-743C-A242-AA47-D641CC5DD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12" y="465537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1</a:t>
              </a:r>
              <a:endParaRPr lang="en-US" altLang="en-US" sz="1400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3A97C67-8EDD-D54B-B5DD-FE79A3D052E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10210" y="4340087"/>
              <a:ext cx="228599" cy="33793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Oval 1">
            <a:extLst>
              <a:ext uri="{FF2B5EF4-FFF2-40B4-BE49-F238E27FC236}">
                <a16:creationId xmlns:a16="http://schemas.microsoft.com/office/drawing/2014/main" id="{67F171A1-4E7B-CA44-89CA-9A3DED862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46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12</a:t>
            </a:r>
          </a:p>
        </p:txBody>
      </p:sp>
      <p:sp>
        <p:nvSpPr>
          <p:cNvPr id="50" name="Oval 10">
            <a:extLst>
              <a:ext uri="{FF2B5EF4-FFF2-40B4-BE49-F238E27FC236}">
                <a16:creationId xmlns:a16="http://schemas.microsoft.com/office/drawing/2014/main" id="{BD3816EB-47AC-6B40-972F-CC55FA988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3945" y="2479769"/>
            <a:ext cx="459657" cy="461639"/>
          </a:xfrm>
          <a:prstGeom prst="ellipse">
            <a:avLst/>
          </a:prstGeom>
          <a:solidFill>
            <a:srgbClr val="FFC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</a:t>
            </a:r>
          </a:p>
        </p:txBody>
      </p:sp>
      <p:sp>
        <p:nvSpPr>
          <p:cNvPr id="51" name="Oval 11">
            <a:extLst>
              <a:ext uri="{FF2B5EF4-FFF2-40B4-BE49-F238E27FC236}">
                <a16:creationId xmlns:a16="http://schemas.microsoft.com/office/drawing/2014/main" id="{4E99BDA0-CC67-5348-820C-774AA29D7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8107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7614075-6293-E040-AEF0-F6A5B4A47A87}"/>
              </a:ext>
            </a:extLst>
          </p:cNvPr>
          <p:cNvCxnSpPr>
            <a:cxnSpLocks/>
            <a:stCxn id="48" idx="3"/>
            <a:endCxn id="50" idx="7"/>
          </p:cNvCxnSpPr>
          <p:nvPr/>
        </p:nvCxnSpPr>
        <p:spPr bwMode="auto">
          <a:xfrm flipH="1">
            <a:off x="6176288" y="2152244"/>
            <a:ext cx="905365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Oval 11">
            <a:extLst>
              <a:ext uri="{FF2B5EF4-FFF2-40B4-BE49-F238E27FC236}">
                <a16:creationId xmlns:a16="http://schemas.microsoft.com/office/drawing/2014/main" id="{4362E2EA-3F60-8545-BC73-70577ED33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7802" y="3201326"/>
            <a:ext cx="461639" cy="461639"/>
          </a:xfrm>
          <a:prstGeom prst="ellipse">
            <a:avLst/>
          </a:prstGeom>
          <a:solidFill>
            <a:srgbClr val="92D05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</a:t>
            </a:r>
          </a:p>
        </p:txBody>
      </p:sp>
      <p:sp>
        <p:nvSpPr>
          <p:cNvPr id="55" name="Oval 11">
            <a:extLst>
              <a:ext uri="{FF2B5EF4-FFF2-40B4-BE49-F238E27FC236}">
                <a16:creationId xmlns:a16="http://schemas.microsoft.com/office/drawing/2014/main" id="{140D2F75-6158-AD48-A48A-D8E1F5122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820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</a:t>
            </a:r>
          </a:p>
        </p:txBody>
      </p:sp>
      <p:sp>
        <p:nvSpPr>
          <p:cNvPr id="61" name="Oval 10">
            <a:extLst>
              <a:ext uri="{FF2B5EF4-FFF2-40B4-BE49-F238E27FC236}">
                <a16:creationId xmlns:a16="http://schemas.microsoft.com/office/drawing/2014/main" id="{8CA0F2F0-5420-EF4C-B522-A6D9D6245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6129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16</a:t>
            </a:r>
          </a:p>
        </p:txBody>
      </p:sp>
      <p:sp>
        <p:nvSpPr>
          <p:cNvPr id="63" name="Oval 10">
            <a:extLst>
              <a:ext uri="{FF2B5EF4-FFF2-40B4-BE49-F238E27FC236}">
                <a16:creationId xmlns:a16="http://schemas.microsoft.com/office/drawing/2014/main" id="{AF4D453A-4BF4-5D4B-BDC2-E727A4417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8313" y="3201326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14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4A0CC17-13C3-7144-82F0-3316D623D4C3}"/>
              </a:ext>
            </a:extLst>
          </p:cNvPr>
          <p:cNvCxnSpPr>
            <a:cxnSpLocks/>
            <a:stCxn id="61" idx="1"/>
            <a:endCxn id="48" idx="5"/>
          </p:cNvCxnSpPr>
          <p:nvPr/>
        </p:nvCxnSpPr>
        <p:spPr bwMode="auto">
          <a:xfrm flipH="1" flipV="1">
            <a:off x="7408080" y="2152244"/>
            <a:ext cx="905363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AF5DF6C-75AD-AC45-88A4-2BC94423A1FB}"/>
              </a:ext>
            </a:extLst>
          </p:cNvPr>
          <p:cNvCxnSpPr>
            <a:cxnSpLocks/>
            <a:stCxn id="51" idx="7"/>
            <a:endCxn id="50" idx="3"/>
          </p:cNvCxnSpPr>
          <p:nvPr/>
        </p:nvCxnSpPr>
        <p:spPr bwMode="auto">
          <a:xfrm flipV="1">
            <a:off x="5652139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CDEF5E2-7F26-9349-8E69-3CD1BCCE0710}"/>
              </a:ext>
            </a:extLst>
          </p:cNvPr>
          <p:cNvCxnSpPr>
            <a:cxnSpLocks/>
            <a:stCxn id="61" idx="3"/>
            <a:endCxn id="63" idx="7"/>
          </p:cNvCxnSpPr>
          <p:nvPr/>
        </p:nvCxnSpPr>
        <p:spPr bwMode="auto">
          <a:xfrm flipH="1">
            <a:off x="7940655" y="2873802"/>
            <a:ext cx="372788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E206520-F51A-F24B-A795-B9B8762F7EFB}"/>
              </a:ext>
            </a:extLst>
          </p:cNvPr>
          <p:cNvCxnSpPr>
            <a:cxnSpLocks/>
            <a:stCxn id="53" idx="1"/>
            <a:endCxn id="50" idx="5"/>
          </p:cNvCxnSpPr>
          <p:nvPr/>
        </p:nvCxnSpPr>
        <p:spPr bwMode="auto">
          <a:xfrm flipH="1" flipV="1">
            <a:off x="6176288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85E31F9-AF7D-2A4D-AAD6-AFB24F51CA7C}"/>
              </a:ext>
            </a:extLst>
          </p:cNvPr>
          <p:cNvCxnSpPr>
            <a:cxnSpLocks/>
            <a:stCxn id="51" idx="3"/>
            <a:endCxn id="55" idx="0"/>
          </p:cNvCxnSpPr>
          <p:nvPr/>
        </p:nvCxnSpPr>
        <p:spPr bwMode="auto">
          <a:xfrm flipH="1">
            <a:off x="5139029" y="3595361"/>
            <a:ext cx="186684" cy="32752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Oval 11">
            <a:extLst>
              <a:ext uri="{FF2B5EF4-FFF2-40B4-BE49-F238E27FC236}">
                <a16:creationId xmlns:a16="http://schemas.microsoft.com/office/drawing/2014/main" id="{7C57BBF2-FF7B-524C-BA1E-30BD92B06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8800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445212C-2958-374D-A433-FD6F38A000A4}"/>
              </a:ext>
            </a:extLst>
          </p:cNvPr>
          <p:cNvCxnSpPr>
            <a:cxnSpLocks/>
            <a:stCxn id="80" idx="1"/>
            <a:endCxn id="53" idx="5"/>
          </p:cNvCxnSpPr>
          <p:nvPr/>
        </p:nvCxnSpPr>
        <p:spPr bwMode="auto">
          <a:xfrm flipH="1" flipV="1">
            <a:off x="6701836" y="3595360"/>
            <a:ext cx="174569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Oval 11">
            <a:extLst>
              <a:ext uri="{FF2B5EF4-FFF2-40B4-BE49-F238E27FC236}">
                <a16:creationId xmlns:a16="http://schemas.microsoft.com/office/drawing/2014/main" id="{BCB07723-7A4F-954F-B65C-53CC26174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088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2CD08E7-46AD-A848-BF36-A4DC193E5C3D}"/>
              </a:ext>
            </a:extLst>
          </p:cNvPr>
          <p:cNvCxnSpPr>
            <a:cxnSpLocks/>
            <a:stCxn id="53" idx="3"/>
            <a:endCxn id="84" idx="0"/>
          </p:cNvCxnSpPr>
          <p:nvPr/>
        </p:nvCxnSpPr>
        <p:spPr bwMode="auto">
          <a:xfrm flipH="1">
            <a:off x="6187908" y="3595360"/>
            <a:ext cx="187499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9FE6441-1DE4-574E-B17D-AD119AB94B7E}"/>
              </a:ext>
            </a:extLst>
          </p:cNvPr>
          <p:cNvSpPr/>
          <p:nvPr/>
        </p:nvSpPr>
        <p:spPr>
          <a:xfrm>
            <a:off x="5403967" y="5008227"/>
            <a:ext cx="32713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n.izquierdo</a:t>
            </a:r>
            <a:r>
              <a:rPr lang="en-GB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n1.derecho</a:t>
            </a:r>
          </a:p>
          <a:p>
            <a:r>
              <a:rPr lang="en-GB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n1.derecho = n</a:t>
            </a:r>
          </a:p>
          <a:p>
            <a:r>
              <a:rPr lang="en-GB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 = n1</a:t>
            </a:r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2CCD2D2C-19E3-0F42-9C17-090BA00B5638}"/>
              </a:ext>
            </a:extLst>
          </p:cNvPr>
          <p:cNvSpPr/>
          <p:nvPr/>
        </p:nvSpPr>
        <p:spPr bwMode="auto">
          <a:xfrm>
            <a:off x="4308260" y="3212976"/>
            <a:ext cx="538862" cy="499653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9C156A-20FE-9B4E-A40D-6573C91D6500}"/>
              </a:ext>
            </a:extLst>
          </p:cNvPr>
          <p:cNvSpPr/>
          <p:nvPr/>
        </p:nvSpPr>
        <p:spPr>
          <a:xfrm>
            <a:off x="1585287" y="214562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es-EC" dirty="0"/>
              <a:t>n</a:t>
            </a:r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7D3561D-A5FD-1F45-A3B1-464A6D6FB249}"/>
              </a:ext>
            </a:extLst>
          </p:cNvPr>
          <p:cNvSpPr/>
          <p:nvPr/>
        </p:nvSpPr>
        <p:spPr>
          <a:xfrm>
            <a:off x="970881" y="2831994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es-EC" dirty="0"/>
              <a:t>n1</a:t>
            </a:r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A5610DF-6144-8749-9BCD-AF3A61483118}"/>
              </a:ext>
            </a:extLst>
          </p:cNvPr>
          <p:cNvSpPr/>
          <p:nvPr/>
        </p:nvSpPr>
        <p:spPr>
          <a:xfrm>
            <a:off x="6401342" y="288670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es-EC" dirty="0"/>
              <a:t>n</a:t>
            </a:r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3EEBC3A-9943-954B-B1B9-7EC0628B5E29}"/>
              </a:ext>
            </a:extLst>
          </p:cNvPr>
          <p:cNvSpPr/>
          <p:nvPr/>
        </p:nvSpPr>
        <p:spPr>
          <a:xfrm>
            <a:off x="5793200" y="2098086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es-EC" dirty="0"/>
              <a:t>n1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8044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79CBFB01-5B3C-FE4A-9914-1E0106CF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873" y="836712"/>
            <a:ext cx="755225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La inserción derecha – derecha sigue un procedimiento similar, pero requiere una rotación izquierda para re-balancear el árbol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991219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79CBFB01-5B3C-FE4A-9914-1E0106CF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873" y="836712"/>
            <a:ext cx="755225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La inserción derecha – derecha sigue un procedimiento similar, pero requiere una rotación izquierda para re-balancear el árbol</a:t>
            </a:r>
            <a:endParaRPr lang="en-US" altLang="en-US" dirty="0"/>
          </a:p>
        </p:txBody>
      </p:sp>
      <p:sp>
        <p:nvSpPr>
          <p:cNvPr id="3" name="Oval 1">
            <a:extLst>
              <a:ext uri="{FF2B5EF4-FFF2-40B4-BE49-F238E27FC236}">
                <a16:creationId xmlns:a16="http://schemas.microsoft.com/office/drawing/2014/main" id="{6C2A5010-FE35-B24E-9BBC-847F15B0F57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75839" y="220190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n</a:t>
            </a:r>
          </a:p>
        </p:txBody>
      </p:sp>
      <p:sp>
        <p:nvSpPr>
          <p:cNvPr id="4" name="Oval 10">
            <a:extLst>
              <a:ext uri="{FF2B5EF4-FFF2-40B4-BE49-F238E27FC236}">
                <a16:creationId xmlns:a16="http://schemas.microsoft.com/office/drawing/2014/main" id="{BCDAE7C6-8BE3-4A4F-BD11-B4C98D89F8D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326638" y="2923467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n1</a:t>
            </a:r>
          </a:p>
        </p:txBody>
      </p:sp>
      <p:sp>
        <p:nvSpPr>
          <p:cNvPr id="5" name="Oval 11">
            <a:extLst>
              <a:ext uri="{FF2B5EF4-FFF2-40B4-BE49-F238E27FC236}">
                <a16:creationId xmlns:a16="http://schemas.microsoft.com/office/drawing/2014/main" id="{AE0F1A1E-E886-AE4A-A6F1-E0245EEDB0C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860667" y="3645024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4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A20E71A-84FB-8F41-9511-904AF62766DB}"/>
              </a:ext>
            </a:extLst>
          </p:cNvPr>
          <p:cNvCxnSpPr>
            <a:cxnSpLocks/>
            <a:stCxn id="3" idx="3"/>
            <a:endCxn id="4" idx="7"/>
          </p:cNvCxnSpPr>
          <p:nvPr/>
        </p:nvCxnSpPr>
        <p:spPr bwMode="auto">
          <a:xfrm>
            <a:off x="2069873" y="2595942"/>
            <a:ext cx="324080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1">
            <a:extLst>
              <a:ext uri="{FF2B5EF4-FFF2-40B4-BE49-F238E27FC236}">
                <a16:creationId xmlns:a16="http://schemas.microsoft.com/office/drawing/2014/main" id="{367900CE-A37F-2641-BC4A-9E71C8D1151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800799" y="3645024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B</a:t>
            </a:r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5ED02AB0-0329-1F48-AAFE-624B9D85682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27022" y="2923467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B5B2BF-40BA-7A4D-92E0-40EA31B5FB21}"/>
              </a:ext>
            </a:extLst>
          </p:cNvPr>
          <p:cNvCxnSpPr>
            <a:cxnSpLocks/>
            <a:stCxn id="9" idx="1"/>
            <a:endCxn id="3" idx="5"/>
          </p:cNvCxnSpPr>
          <p:nvPr/>
        </p:nvCxnSpPr>
        <p:spPr bwMode="auto">
          <a:xfrm flipV="1">
            <a:off x="1419364" y="2595942"/>
            <a:ext cx="324080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E1A412-9336-1849-A86A-099553476D9F}"/>
              </a:ext>
            </a:extLst>
          </p:cNvPr>
          <p:cNvCxnSpPr>
            <a:cxnSpLocks/>
            <a:stCxn id="5" idx="7"/>
            <a:endCxn id="4" idx="3"/>
          </p:cNvCxnSpPr>
          <p:nvPr/>
        </p:nvCxnSpPr>
        <p:spPr bwMode="auto">
          <a:xfrm flipH="1" flipV="1">
            <a:off x="2718980" y="3317501"/>
            <a:ext cx="209292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1AEFD4E-2384-0D49-8C02-89BA1A87FB70}"/>
              </a:ext>
            </a:extLst>
          </p:cNvPr>
          <p:cNvCxnSpPr>
            <a:cxnSpLocks/>
            <a:stCxn id="7" idx="1"/>
            <a:endCxn id="4" idx="5"/>
          </p:cNvCxnSpPr>
          <p:nvPr/>
        </p:nvCxnSpPr>
        <p:spPr bwMode="auto">
          <a:xfrm flipV="1">
            <a:off x="2194832" y="3317500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riangle 25">
            <a:extLst>
              <a:ext uri="{FF2B5EF4-FFF2-40B4-BE49-F238E27FC236}">
                <a16:creationId xmlns:a16="http://schemas.microsoft.com/office/drawing/2014/main" id="{29952D6E-E064-9846-9BBA-289A79708FE7}"/>
              </a:ext>
            </a:extLst>
          </p:cNvPr>
          <p:cNvSpPr/>
          <p:nvPr/>
        </p:nvSpPr>
        <p:spPr bwMode="auto">
          <a:xfrm>
            <a:off x="747283" y="2564904"/>
            <a:ext cx="1019134" cy="878564"/>
          </a:xfrm>
          <a:prstGeom prst="triangle">
            <a:avLst/>
          </a:prstGeom>
          <a:noFill/>
          <a:ln w="952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riangle 27">
            <a:extLst>
              <a:ext uri="{FF2B5EF4-FFF2-40B4-BE49-F238E27FC236}">
                <a16:creationId xmlns:a16="http://schemas.microsoft.com/office/drawing/2014/main" id="{90F507A6-5453-6D41-80D7-8A9135E42E4B}"/>
              </a:ext>
            </a:extLst>
          </p:cNvPr>
          <p:cNvSpPr/>
          <p:nvPr/>
        </p:nvSpPr>
        <p:spPr bwMode="auto">
          <a:xfrm>
            <a:off x="1523043" y="3284984"/>
            <a:ext cx="1019134" cy="878564"/>
          </a:xfrm>
          <a:prstGeom prst="triangle">
            <a:avLst/>
          </a:prstGeom>
          <a:noFill/>
          <a:ln w="952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Triangle 45">
            <a:extLst>
              <a:ext uri="{FF2B5EF4-FFF2-40B4-BE49-F238E27FC236}">
                <a16:creationId xmlns:a16="http://schemas.microsoft.com/office/drawing/2014/main" id="{CC68854B-8186-4C44-865C-BBB28FD0DED1}"/>
              </a:ext>
            </a:extLst>
          </p:cNvPr>
          <p:cNvSpPr/>
          <p:nvPr/>
        </p:nvSpPr>
        <p:spPr bwMode="auto">
          <a:xfrm>
            <a:off x="2581919" y="3284984"/>
            <a:ext cx="1019134" cy="878564"/>
          </a:xfrm>
          <a:prstGeom prst="triangle">
            <a:avLst/>
          </a:prstGeom>
          <a:noFill/>
          <a:ln w="952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8396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79CBFB01-5B3C-FE4A-9914-1E0106CF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873" y="836712"/>
            <a:ext cx="755225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La inserción derecha – derecha sigue un procedimiento similar, pero requiere una rotación izquierda para re-balancear el árbol</a:t>
            </a:r>
            <a:endParaRPr lang="en-US" alt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DABC445-A8BC-1345-9C09-903542CCF268}"/>
              </a:ext>
            </a:extLst>
          </p:cNvPr>
          <p:cNvGrpSpPr/>
          <p:nvPr/>
        </p:nvGrpSpPr>
        <p:grpSpPr>
          <a:xfrm>
            <a:off x="747283" y="2201908"/>
            <a:ext cx="3109052" cy="2671561"/>
            <a:chOff x="1246924" y="2201908"/>
            <a:chExt cx="3109052" cy="2671561"/>
          </a:xfrm>
        </p:grpSpPr>
        <p:sp>
          <p:nvSpPr>
            <p:cNvPr id="3" name="Oval 1">
              <a:extLst>
                <a:ext uri="{FF2B5EF4-FFF2-40B4-BE49-F238E27FC236}">
                  <a16:creationId xmlns:a16="http://schemas.microsoft.com/office/drawing/2014/main" id="{6C2A5010-FE35-B24E-9BBC-847F15B0F57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175480" y="2201908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n</a:t>
              </a:r>
            </a:p>
          </p:txBody>
        </p:sp>
        <p:sp>
          <p:nvSpPr>
            <p:cNvPr id="4" name="Oval 10">
              <a:extLst>
                <a:ext uri="{FF2B5EF4-FFF2-40B4-BE49-F238E27FC236}">
                  <a16:creationId xmlns:a16="http://schemas.microsoft.com/office/drawing/2014/main" id="{BCDAE7C6-8BE3-4A4F-BD11-B4C98D89F8D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826279" y="2923467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n1</a:t>
              </a:r>
            </a:p>
          </p:txBody>
        </p:sp>
        <p:sp>
          <p:nvSpPr>
            <p:cNvPr id="5" name="Oval 11">
              <a:extLst>
                <a:ext uri="{FF2B5EF4-FFF2-40B4-BE49-F238E27FC236}">
                  <a16:creationId xmlns:a16="http://schemas.microsoft.com/office/drawing/2014/main" id="{AE0F1A1E-E886-AE4A-A6F1-E0245EEDB0C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360308" y="3645024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400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A20E71A-84FB-8F41-9511-904AF62766DB}"/>
                </a:ext>
              </a:extLst>
            </p:cNvPr>
            <p:cNvCxnSpPr>
              <a:cxnSpLocks/>
              <a:stCxn id="3" idx="3"/>
              <a:endCxn id="4" idx="7"/>
            </p:cNvCxnSpPr>
            <p:nvPr/>
          </p:nvCxnSpPr>
          <p:spPr bwMode="auto">
            <a:xfrm>
              <a:off x="2569514" y="2595942"/>
              <a:ext cx="324080" cy="39513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Oval 11">
              <a:extLst>
                <a:ext uri="{FF2B5EF4-FFF2-40B4-BE49-F238E27FC236}">
                  <a16:creationId xmlns:a16="http://schemas.microsoft.com/office/drawing/2014/main" id="{367900CE-A37F-2641-BC4A-9E71C8D1151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300440" y="3645024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B</a:t>
              </a:r>
            </a:p>
          </p:txBody>
        </p:sp>
        <p:sp>
          <p:nvSpPr>
            <p:cNvPr id="8" name="Oval 11">
              <a:extLst>
                <a:ext uri="{FF2B5EF4-FFF2-40B4-BE49-F238E27FC236}">
                  <a16:creationId xmlns:a16="http://schemas.microsoft.com/office/drawing/2014/main" id="{41456300-7766-7E4A-B114-1F3CEB2EA61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700033" y="4366584"/>
              <a:ext cx="461639" cy="461639"/>
            </a:xfrm>
            <a:prstGeom prst="ellipse">
              <a:avLst/>
            </a:prstGeom>
            <a:solidFill>
              <a:schemeClr val="accent2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400" dirty="0"/>
            </a:p>
          </p:txBody>
        </p:sp>
        <p:sp>
          <p:nvSpPr>
            <p:cNvPr id="9" name="Oval 10">
              <a:extLst>
                <a:ext uri="{FF2B5EF4-FFF2-40B4-BE49-F238E27FC236}">
                  <a16:creationId xmlns:a16="http://schemas.microsoft.com/office/drawing/2014/main" id="{5ED02AB0-0329-1F48-AAFE-624B9D85682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526663" y="2923467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A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FB5B2BF-40BA-7A4D-92E0-40EA31B5FB21}"/>
                </a:ext>
              </a:extLst>
            </p:cNvPr>
            <p:cNvCxnSpPr>
              <a:cxnSpLocks/>
              <a:stCxn id="9" idx="1"/>
              <a:endCxn id="3" idx="5"/>
            </p:cNvCxnSpPr>
            <p:nvPr/>
          </p:nvCxnSpPr>
          <p:spPr bwMode="auto">
            <a:xfrm flipV="1">
              <a:off x="1919005" y="2595942"/>
              <a:ext cx="324080" cy="39513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5E1A412-9336-1849-A86A-099553476D9F}"/>
                </a:ext>
              </a:extLst>
            </p:cNvPr>
            <p:cNvCxnSpPr>
              <a:cxnSpLocks/>
              <a:stCxn id="5" idx="7"/>
              <a:endCxn id="4" idx="3"/>
            </p:cNvCxnSpPr>
            <p:nvPr/>
          </p:nvCxnSpPr>
          <p:spPr bwMode="auto">
            <a:xfrm flipH="1" flipV="1">
              <a:off x="3218621" y="3317501"/>
              <a:ext cx="209292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1AEFD4E-2384-0D49-8C02-89BA1A87FB70}"/>
                </a:ext>
              </a:extLst>
            </p:cNvPr>
            <p:cNvCxnSpPr>
              <a:cxnSpLocks/>
              <a:stCxn id="7" idx="1"/>
              <a:endCxn id="4" idx="5"/>
            </p:cNvCxnSpPr>
            <p:nvPr/>
          </p:nvCxnSpPr>
          <p:spPr bwMode="auto">
            <a:xfrm flipV="1">
              <a:off x="2694473" y="3317500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060F690-5A1A-B04D-8F3D-3C8BFE715F52}"/>
                </a:ext>
              </a:extLst>
            </p:cNvPr>
            <p:cNvCxnSpPr>
              <a:cxnSpLocks/>
              <a:stCxn id="5" idx="3"/>
              <a:endCxn id="8" idx="0"/>
            </p:cNvCxnSpPr>
            <p:nvPr/>
          </p:nvCxnSpPr>
          <p:spPr bwMode="auto">
            <a:xfrm>
              <a:off x="3754342" y="4039058"/>
              <a:ext cx="176510" cy="327526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riangle 25">
              <a:extLst>
                <a:ext uri="{FF2B5EF4-FFF2-40B4-BE49-F238E27FC236}">
                  <a16:creationId xmlns:a16="http://schemas.microsoft.com/office/drawing/2014/main" id="{29952D6E-E064-9846-9BBA-289A79708FE7}"/>
                </a:ext>
              </a:extLst>
            </p:cNvPr>
            <p:cNvSpPr/>
            <p:nvPr/>
          </p:nvSpPr>
          <p:spPr bwMode="auto">
            <a:xfrm>
              <a:off x="1246924" y="2564904"/>
              <a:ext cx="1019134" cy="878564"/>
            </a:xfrm>
            <a:prstGeom prst="triangl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Triangle 27">
              <a:extLst>
                <a:ext uri="{FF2B5EF4-FFF2-40B4-BE49-F238E27FC236}">
                  <a16:creationId xmlns:a16="http://schemas.microsoft.com/office/drawing/2014/main" id="{90F507A6-5453-6D41-80D7-8A9135E42E4B}"/>
                </a:ext>
              </a:extLst>
            </p:cNvPr>
            <p:cNvSpPr/>
            <p:nvPr/>
          </p:nvSpPr>
          <p:spPr bwMode="auto">
            <a:xfrm>
              <a:off x="2022684" y="3284984"/>
              <a:ext cx="1019134" cy="878564"/>
            </a:xfrm>
            <a:prstGeom prst="triangl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Triangle 28">
              <a:extLst>
                <a:ext uri="{FF2B5EF4-FFF2-40B4-BE49-F238E27FC236}">
                  <a16:creationId xmlns:a16="http://schemas.microsoft.com/office/drawing/2014/main" id="{269D9F49-F03D-D340-B8FB-2F75F14EA6CC}"/>
                </a:ext>
              </a:extLst>
            </p:cNvPr>
            <p:cNvSpPr/>
            <p:nvPr/>
          </p:nvSpPr>
          <p:spPr bwMode="auto">
            <a:xfrm>
              <a:off x="2826279" y="3212976"/>
              <a:ext cx="1529697" cy="1660493"/>
            </a:xfrm>
            <a:prstGeom prst="triangl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28452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79CBFB01-5B3C-FE4A-9914-1E0106CF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873" y="836712"/>
            <a:ext cx="755225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La inserción derecha – derecha sigue un procedimiento similar, pero requiere una rotación izquierda para re-balancear el árbol</a:t>
            </a:r>
            <a:endParaRPr lang="en-US" alt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DABC445-A8BC-1345-9C09-903542CCF268}"/>
              </a:ext>
            </a:extLst>
          </p:cNvPr>
          <p:cNvGrpSpPr/>
          <p:nvPr/>
        </p:nvGrpSpPr>
        <p:grpSpPr>
          <a:xfrm>
            <a:off x="747283" y="2201908"/>
            <a:ext cx="3109052" cy="2671561"/>
            <a:chOff x="1246924" y="2201908"/>
            <a:chExt cx="3109052" cy="2671561"/>
          </a:xfrm>
        </p:grpSpPr>
        <p:sp>
          <p:nvSpPr>
            <p:cNvPr id="3" name="Oval 1">
              <a:extLst>
                <a:ext uri="{FF2B5EF4-FFF2-40B4-BE49-F238E27FC236}">
                  <a16:creationId xmlns:a16="http://schemas.microsoft.com/office/drawing/2014/main" id="{6C2A5010-FE35-B24E-9BBC-847F15B0F57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175480" y="2201908"/>
              <a:ext cx="461639" cy="461639"/>
            </a:xfrm>
            <a:prstGeom prst="ellipse">
              <a:avLst/>
            </a:prstGeom>
            <a:solidFill>
              <a:srgbClr val="FF0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n</a:t>
              </a:r>
            </a:p>
          </p:txBody>
        </p:sp>
        <p:sp>
          <p:nvSpPr>
            <p:cNvPr id="4" name="Oval 10">
              <a:extLst>
                <a:ext uri="{FF2B5EF4-FFF2-40B4-BE49-F238E27FC236}">
                  <a16:creationId xmlns:a16="http://schemas.microsoft.com/office/drawing/2014/main" id="{BCDAE7C6-8BE3-4A4F-BD11-B4C98D89F8D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826279" y="2923467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n1</a:t>
              </a:r>
            </a:p>
          </p:txBody>
        </p:sp>
        <p:sp>
          <p:nvSpPr>
            <p:cNvPr id="5" name="Oval 11">
              <a:extLst>
                <a:ext uri="{FF2B5EF4-FFF2-40B4-BE49-F238E27FC236}">
                  <a16:creationId xmlns:a16="http://schemas.microsoft.com/office/drawing/2014/main" id="{AE0F1A1E-E886-AE4A-A6F1-E0245EEDB0C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360308" y="3645024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400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A20E71A-84FB-8F41-9511-904AF62766DB}"/>
                </a:ext>
              </a:extLst>
            </p:cNvPr>
            <p:cNvCxnSpPr>
              <a:cxnSpLocks/>
              <a:stCxn id="3" idx="3"/>
              <a:endCxn id="4" idx="7"/>
            </p:cNvCxnSpPr>
            <p:nvPr/>
          </p:nvCxnSpPr>
          <p:spPr bwMode="auto">
            <a:xfrm>
              <a:off x="2569514" y="2595942"/>
              <a:ext cx="324080" cy="39513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Oval 11">
              <a:extLst>
                <a:ext uri="{FF2B5EF4-FFF2-40B4-BE49-F238E27FC236}">
                  <a16:creationId xmlns:a16="http://schemas.microsoft.com/office/drawing/2014/main" id="{367900CE-A37F-2641-BC4A-9E71C8D1151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300440" y="3645024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B</a:t>
              </a:r>
            </a:p>
          </p:txBody>
        </p:sp>
        <p:sp>
          <p:nvSpPr>
            <p:cNvPr id="8" name="Oval 11">
              <a:extLst>
                <a:ext uri="{FF2B5EF4-FFF2-40B4-BE49-F238E27FC236}">
                  <a16:creationId xmlns:a16="http://schemas.microsoft.com/office/drawing/2014/main" id="{41456300-7766-7E4A-B114-1F3CEB2EA61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700033" y="4366584"/>
              <a:ext cx="461639" cy="461639"/>
            </a:xfrm>
            <a:prstGeom prst="ellipse">
              <a:avLst/>
            </a:prstGeom>
            <a:solidFill>
              <a:schemeClr val="accent2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400" dirty="0"/>
            </a:p>
          </p:txBody>
        </p:sp>
        <p:sp>
          <p:nvSpPr>
            <p:cNvPr id="9" name="Oval 10">
              <a:extLst>
                <a:ext uri="{FF2B5EF4-FFF2-40B4-BE49-F238E27FC236}">
                  <a16:creationId xmlns:a16="http://schemas.microsoft.com/office/drawing/2014/main" id="{5ED02AB0-0329-1F48-AAFE-624B9D85682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526663" y="2923467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A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FB5B2BF-40BA-7A4D-92E0-40EA31B5FB21}"/>
                </a:ext>
              </a:extLst>
            </p:cNvPr>
            <p:cNvCxnSpPr>
              <a:cxnSpLocks/>
              <a:stCxn id="9" idx="1"/>
              <a:endCxn id="3" idx="5"/>
            </p:cNvCxnSpPr>
            <p:nvPr/>
          </p:nvCxnSpPr>
          <p:spPr bwMode="auto">
            <a:xfrm flipV="1">
              <a:off x="1919005" y="2595942"/>
              <a:ext cx="324080" cy="39513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5E1A412-9336-1849-A86A-099553476D9F}"/>
                </a:ext>
              </a:extLst>
            </p:cNvPr>
            <p:cNvCxnSpPr>
              <a:cxnSpLocks/>
              <a:stCxn id="5" idx="7"/>
              <a:endCxn id="4" idx="3"/>
            </p:cNvCxnSpPr>
            <p:nvPr/>
          </p:nvCxnSpPr>
          <p:spPr bwMode="auto">
            <a:xfrm flipH="1" flipV="1">
              <a:off x="3218621" y="3317501"/>
              <a:ext cx="209292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1AEFD4E-2384-0D49-8C02-89BA1A87FB70}"/>
                </a:ext>
              </a:extLst>
            </p:cNvPr>
            <p:cNvCxnSpPr>
              <a:cxnSpLocks/>
              <a:stCxn id="7" idx="1"/>
              <a:endCxn id="4" idx="5"/>
            </p:cNvCxnSpPr>
            <p:nvPr/>
          </p:nvCxnSpPr>
          <p:spPr bwMode="auto">
            <a:xfrm flipV="1">
              <a:off x="2694473" y="3317500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060F690-5A1A-B04D-8F3D-3C8BFE715F52}"/>
                </a:ext>
              </a:extLst>
            </p:cNvPr>
            <p:cNvCxnSpPr>
              <a:cxnSpLocks/>
              <a:stCxn id="5" idx="3"/>
              <a:endCxn id="8" idx="0"/>
            </p:cNvCxnSpPr>
            <p:nvPr/>
          </p:nvCxnSpPr>
          <p:spPr bwMode="auto">
            <a:xfrm>
              <a:off x="3754342" y="4039058"/>
              <a:ext cx="176510" cy="327526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riangle 25">
              <a:extLst>
                <a:ext uri="{FF2B5EF4-FFF2-40B4-BE49-F238E27FC236}">
                  <a16:creationId xmlns:a16="http://schemas.microsoft.com/office/drawing/2014/main" id="{29952D6E-E064-9846-9BBA-289A79708FE7}"/>
                </a:ext>
              </a:extLst>
            </p:cNvPr>
            <p:cNvSpPr/>
            <p:nvPr/>
          </p:nvSpPr>
          <p:spPr bwMode="auto">
            <a:xfrm>
              <a:off x="1246924" y="2564904"/>
              <a:ext cx="1019134" cy="878564"/>
            </a:xfrm>
            <a:prstGeom prst="triangl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Triangle 27">
              <a:extLst>
                <a:ext uri="{FF2B5EF4-FFF2-40B4-BE49-F238E27FC236}">
                  <a16:creationId xmlns:a16="http://schemas.microsoft.com/office/drawing/2014/main" id="{90F507A6-5453-6D41-80D7-8A9135E42E4B}"/>
                </a:ext>
              </a:extLst>
            </p:cNvPr>
            <p:cNvSpPr/>
            <p:nvPr/>
          </p:nvSpPr>
          <p:spPr bwMode="auto">
            <a:xfrm>
              <a:off x="2022684" y="3284984"/>
              <a:ext cx="1019134" cy="878564"/>
            </a:xfrm>
            <a:prstGeom prst="triangl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Triangle 28">
              <a:extLst>
                <a:ext uri="{FF2B5EF4-FFF2-40B4-BE49-F238E27FC236}">
                  <a16:creationId xmlns:a16="http://schemas.microsoft.com/office/drawing/2014/main" id="{269D9F49-F03D-D340-B8FB-2F75F14EA6CC}"/>
                </a:ext>
              </a:extLst>
            </p:cNvPr>
            <p:cNvSpPr/>
            <p:nvPr/>
          </p:nvSpPr>
          <p:spPr bwMode="auto">
            <a:xfrm>
              <a:off x="2826279" y="3212976"/>
              <a:ext cx="1529697" cy="1660493"/>
            </a:xfrm>
            <a:prstGeom prst="triangl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39242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79CBFB01-5B3C-FE4A-9914-1E0106CF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873" y="836712"/>
            <a:ext cx="755225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La inserción derecha – derecha sigue un procedimiento similar, pero requiere una rotación izquierda para re-balancear el árbol</a:t>
            </a:r>
            <a:endParaRPr lang="en-US" alt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DABC445-A8BC-1345-9C09-903542CCF268}"/>
              </a:ext>
            </a:extLst>
          </p:cNvPr>
          <p:cNvGrpSpPr/>
          <p:nvPr/>
        </p:nvGrpSpPr>
        <p:grpSpPr>
          <a:xfrm>
            <a:off x="747283" y="2201908"/>
            <a:ext cx="3109052" cy="2671561"/>
            <a:chOff x="1246924" y="2201908"/>
            <a:chExt cx="3109052" cy="2671561"/>
          </a:xfrm>
        </p:grpSpPr>
        <p:sp>
          <p:nvSpPr>
            <p:cNvPr id="3" name="Oval 1">
              <a:extLst>
                <a:ext uri="{FF2B5EF4-FFF2-40B4-BE49-F238E27FC236}">
                  <a16:creationId xmlns:a16="http://schemas.microsoft.com/office/drawing/2014/main" id="{6C2A5010-FE35-B24E-9BBC-847F15B0F57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175480" y="2201908"/>
              <a:ext cx="461639" cy="461639"/>
            </a:xfrm>
            <a:prstGeom prst="ellipse">
              <a:avLst/>
            </a:prstGeom>
            <a:solidFill>
              <a:srgbClr val="FF0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n</a:t>
              </a:r>
            </a:p>
          </p:txBody>
        </p:sp>
        <p:sp>
          <p:nvSpPr>
            <p:cNvPr id="4" name="Oval 10">
              <a:extLst>
                <a:ext uri="{FF2B5EF4-FFF2-40B4-BE49-F238E27FC236}">
                  <a16:creationId xmlns:a16="http://schemas.microsoft.com/office/drawing/2014/main" id="{BCDAE7C6-8BE3-4A4F-BD11-B4C98D89F8D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826279" y="2923467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n1</a:t>
              </a:r>
            </a:p>
          </p:txBody>
        </p:sp>
        <p:sp>
          <p:nvSpPr>
            <p:cNvPr id="5" name="Oval 11">
              <a:extLst>
                <a:ext uri="{FF2B5EF4-FFF2-40B4-BE49-F238E27FC236}">
                  <a16:creationId xmlns:a16="http://schemas.microsoft.com/office/drawing/2014/main" id="{AE0F1A1E-E886-AE4A-A6F1-E0245EEDB0C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360308" y="3645024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400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A20E71A-84FB-8F41-9511-904AF62766DB}"/>
                </a:ext>
              </a:extLst>
            </p:cNvPr>
            <p:cNvCxnSpPr>
              <a:cxnSpLocks/>
              <a:stCxn id="3" idx="3"/>
              <a:endCxn id="4" idx="7"/>
            </p:cNvCxnSpPr>
            <p:nvPr/>
          </p:nvCxnSpPr>
          <p:spPr bwMode="auto">
            <a:xfrm>
              <a:off x="2569514" y="2595942"/>
              <a:ext cx="324080" cy="39513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Oval 11">
              <a:extLst>
                <a:ext uri="{FF2B5EF4-FFF2-40B4-BE49-F238E27FC236}">
                  <a16:creationId xmlns:a16="http://schemas.microsoft.com/office/drawing/2014/main" id="{367900CE-A37F-2641-BC4A-9E71C8D1151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300440" y="3645024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B</a:t>
              </a:r>
            </a:p>
          </p:txBody>
        </p:sp>
        <p:sp>
          <p:nvSpPr>
            <p:cNvPr id="8" name="Oval 11">
              <a:extLst>
                <a:ext uri="{FF2B5EF4-FFF2-40B4-BE49-F238E27FC236}">
                  <a16:creationId xmlns:a16="http://schemas.microsoft.com/office/drawing/2014/main" id="{41456300-7766-7E4A-B114-1F3CEB2EA61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700033" y="4366584"/>
              <a:ext cx="461639" cy="461639"/>
            </a:xfrm>
            <a:prstGeom prst="ellipse">
              <a:avLst/>
            </a:prstGeom>
            <a:solidFill>
              <a:schemeClr val="accent2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400" dirty="0"/>
            </a:p>
          </p:txBody>
        </p:sp>
        <p:sp>
          <p:nvSpPr>
            <p:cNvPr id="9" name="Oval 10">
              <a:extLst>
                <a:ext uri="{FF2B5EF4-FFF2-40B4-BE49-F238E27FC236}">
                  <a16:creationId xmlns:a16="http://schemas.microsoft.com/office/drawing/2014/main" id="{5ED02AB0-0329-1F48-AAFE-624B9D85682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526663" y="2923467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A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FB5B2BF-40BA-7A4D-92E0-40EA31B5FB21}"/>
                </a:ext>
              </a:extLst>
            </p:cNvPr>
            <p:cNvCxnSpPr>
              <a:cxnSpLocks/>
              <a:stCxn id="9" idx="1"/>
              <a:endCxn id="3" idx="5"/>
            </p:cNvCxnSpPr>
            <p:nvPr/>
          </p:nvCxnSpPr>
          <p:spPr bwMode="auto">
            <a:xfrm flipV="1">
              <a:off x="1919005" y="2595942"/>
              <a:ext cx="324080" cy="39513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5E1A412-9336-1849-A86A-099553476D9F}"/>
                </a:ext>
              </a:extLst>
            </p:cNvPr>
            <p:cNvCxnSpPr>
              <a:cxnSpLocks/>
              <a:stCxn id="5" idx="7"/>
              <a:endCxn id="4" idx="3"/>
            </p:cNvCxnSpPr>
            <p:nvPr/>
          </p:nvCxnSpPr>
          <p:spPr bwMode="auto">
            <a:xfrm flipH="1" flipV="1">
              <a:off x="3218621" y="3317501"/>
              <a:ext cx="209292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1AEFD4E-2384-0D49-8C02-89BA1A87FB70}"/>
                </a:ext>
              </a:extLst>
            </p:cNvPr>
            <p:cNvCxnSpPr>
              <a:cxnSpLocks/>
              <a:stCxn id="7" idx="1"/>
              <a:endCxn id="4" idx="5"/>
            </p:cNvCxnSpPr>
            <p:nvPr/>
          </p:nvCxnSpPr>
          <p:spPr bwMode="auto">
            <a:xfrm flipV="1">
              <a:off x="2694473" y="3317500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060F690-5A1A-B04D-8F3D-3C8BFE715F52}"/>
                </a:ext>
              </a:extLst>
            </p:cNvPr>
            <p:cNvCxnSpPr>
              <a:cxnSpLocks/>
              <a:stCxn id="5" idx="3"/>
              <a:endCxn id="8" idx="0"/>
            </p:cNvCxnSpPr>
            <p:nvPr/>
          </p:nvCxnSpPr>
          <p:spPr bwMode="auto">
            <a:xfrm>
              <a:off x="3754342" y="4039058"/>
              <a:ext cx="176510" cy="327526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riangle 25">
              <a:extLst>
                <a:ext uri="{FF2B5EF4-FFF2-40B4-BE49-F238E27FC236}">
                  <a16:creationId xmlns:a16="http://schemas.microsoft.com/office/drawing/2014/main" id="{29952D6E-E064-9846-9BBA-289A79708FE7}"/>
                </a:ext>
              </a:extLst>
            </p:cNvPr>
            <p:cNvSpPr/>
            <p:nvPr/>
          </p:nvSpPr>
          <p:spPr bwMode="auto">
            <a:xfrm>
              <a:off x="1246924" y="2564904"/>
              <a:ext cx="1019134" cy="878564"/>
            </a:xfrm>
            <a:prstGeom prst="triangl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Triangle 27">
              <a:extLst>
                <a:ext uri="{FF2B5EF4-FFF2-40B4-BE49-F238E27FC236}">
                  <a16:creationId xmlns:a16="http://schemas.microsoft.com/office/drawing/2014/main" id="{90F507A6-5453-6D41-80D7-8A9135E42E4B}"/>
                </a:ext>
              </a:extLst>
            </p:cNvPr>
            <p:cNvSpPr/>
            <p:nvPr/>
          </p:nvSpPr>
          <p:spPr bwMode="auto">
            <a:xfrm>
              <a:off x="2022684" y="3284984"/>
              <a:ext cx="1019134" cy="878564"/>
            </a:xfrm>
            <a:prstGeom prst="triangl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Triangle 28">
              <a:extLst>
                <a:ext uri="{FF2B5EF4-FFF2-40B4-BE49-F238E27FC236}">
                  <a16:creationId xmlns:a16="http://schemas.microsoft.com/office/drawing/2014/main" id="{269D9F49-F03D-D340-B8FB-2F75F14EA6CC}"/>
                </a:ext>
              </a:extLst>
            </p:cNvPr>
            <p:cNvSpPr/>
            <p:nvPr/>
          </p:nvSpPr>
          <p:spPr bwMode="auto">
            <a:xfrm>
              <a:off x="2826279" y="3212976"/>
              <a:ext cx="1529697" cy="1660493"/>
            </a:xfrm>
            <a:prstGeom prst="triangl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8" name="Arc 17">
            <a:extLst>
              <a:ext uri="{FF2B5EF4-FFF2-40B4-BE49-F238E27FC236}">
                <a16:creationId xmlns:a16="http://schemas.microsoft.com/office/drawing/2014/main" id="{6C2551E7-63BC-EE45-99C9-D5675CF0DF79}"/>
              </a:ext>
            </a:extLst>
          </p:cNvPr>
          <p:cNvSpPr/>
          <p:nvPr/>
        </p:nvSpPr>
        <p:spPr bwMode="auto">
          <a:xfrm rot="3739164" flipH="1">
            <a:off x="1389510" y="2029915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EEA47DF-A8B5-2545-96FF-4DE734B64C72}"/>
              </a:ext>
            </a:extLst>
          </p:cNvPr>
          <p:cNvSpPr/>
          <p:nvPr/>
        </p:nvSpPr>
        <p:spPr bwMode="auto">
          <a:xfrm>
            <a:off x="1828755" y="2721576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1072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79CBFB01-5B3C-FE4A-9914-1E0106CF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873" y="836712"/>
            <a:ext cx="755225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La inserción derecha – derecha sigue un procedimiento similar, pero requiere una rotación izquierda para re-balancear el árbol</a:t>
            </a:r>
            <a:endParaRPr lang="en-US" alt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DABC445-A8BC-1345-9C09-903542CCF268}"/>
              </a:ext>
            </a:extLst>
          </p:cNvPr>
          <p:cNvGrpSpPr/>
          <p:nvPr/>
        </p:nvGrpSpPr>
        <p:grpSpPr>
          <a:xfrm>
            <a:off x="747283" y="2201908"/>
            <a:ext cx="3109052" cy="2671561"/>
            <a:chOff x="1246924" y="2201908"/>
            <a:chExt cx="3109052" cy="2671561"/>
          </a:xfrm>
        </p:grpSpPr>
        <p:sp>
          <p:nvSpPr>
            <p:cNvPr id="3" name="Oval 1">
              <a:extLst>
                <a:ext uri="{FF2B5EF4-FFF2-40B4-BE49-F238E27FC236}">
                  <a16:creationId xmlns:a16="http://schemas.microsoft.com/office/drawing/2014/main" id="{6C2A5010-FE35-B24E-9BBC-847F15B0F57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175480" y="2201908"/>
              <a:ext cx="461639" cy="461639"/>
            </a:xfrm>
            <a:prstGeom prst="ellipse">
              <a:avLst/>
            </a:prstGeom>
            <a:solidFill>
              <a:srgbClr val="FF0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n</a:t>
              </a:r>
            </a:p>
          </p:txBody>
        </p:sp>
        <p:sp>
          <p:nvSpPr>
            <p:cNvPr id="4" name="Oval 10">
              <a:extLst>
                <a:ext uri="{FF2B5EF4-FFF2-40B4-BE49-F238E27FC236}">
                  <a16:creationId xmlns:a16="http://schemas.microsoft.com/office/drawing/2014/main" id="{BCDAE7C6-8BE3-4A4F-BD11-B4C98D89F8D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826279" y="2923467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n1</a:t>
              </a:r>
            </a:p>
          </p:txBody>
        </p:sp>
        <p:sp>
          <p:nvSpPr>
            <p:cNvPr id="5" name="Oval 11">
              <a:extLst>
                <a:ext uri="{FF2B5EF4-FFF2-40B4-BE49-F238E27FC236}">
                  <a16:creationId xmlns:a16="http://schemas.microsoft.com/office/drawing/2014/main" id="{AE0F1A1E-E886-AE4A-A6F1-E0245EEDB0C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360308" y="3645024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400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A20E71A-84FB-8F41-9511-904AF62766DB}"/>
                </a:ext>
              </a:extLst>
            </p:cNvPr>
            <p:cNvCxnSpPr>
              <a:cxnSpLocks/>
              <a:stCxn id="3" idx="3"/>
              <a:endCxn id="4" idx="7"/>
            </p:cNvCxnSpPr>
            <p:nvPr/>
          </p:nvCxnSpPr>
          <p:spPr bwMode="auto">
            <a:xfrm>
              <a:off x="2569514" y="2595942"/>
              <a:ext cx="324080" cy="39513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Oval 11">
              <a:extLst>
                <a:ext uri="{FF2B5EF4-FFF2-40B4-BE49-F238E27FC236}">
                  <a16:creationId xmlns:a16="http://schemas.microsoft.com/office/drawing/2014/main" id="{367900CE-A37F-2641-BC4A-9E71C8D1151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300440" y="3645024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B</a:t>
              </a:r>
            </a:p>
          </p:txBody>
        </p:sp>
        <p:sp>
          <p:nvSpPr>
            <p:cNvPr id="8" name="Oval 11">
              <a:extLst>
                <a:ext uri="{FF2B5EF4-FFF2-40B4-BE49-F238E27FC236}">
                  <a16:creationId xmlns:a16="http://schemas.microsoft.com/office/drawing/2014/main" id="{41456300-7766-7E4A-B114-1F3CEB2EA61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700033" y="4366584"/>
              <a:ext cx="461639" cy="461639"/>
            </a:xfrm>
            <a:prstGeom prst="ellipse">
              <a:avLst/>
            </a:prstGeom>
            <a:solidFill>
              <a:schemeClr val="accent2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400" dirty="0"/>
            </a:p>
          </p:txBody>
        </p:sp>
        <p:sp>
          <p:nvSpPr>
            <p:cNvPr id="9" name="Oval 10">
              <a:extLst>
                <a:ext uri="{FF2B5EF4-FFF2-40B4-BE49-F238E27FC236}">
                  <a16:creationId xmlns:a16="http://schemas.microsoft.com/office/drawing/2014/main" id="{5ED02AB0-0329-1F48-AAFE-624B9D85682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526663" y="2923467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A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FB5B2BF-40BA-7A4D-92E0-40EA31B5FB21}"/>
                </a:ext>
              </a:extLst>
            </p:cNvPr>
            <p:cNvCxnSpPr>
              <a:cxnSpLocks/>
              <a:stCxn id="9" idx="1"/>
              <a:endCxn id="3" idx="5"/>
            </p:cNvCxnSpPr>
            <p:nvPr/>
          </p:nvCxnSpPr>
          <p:spPr bwMode="auto">
            <a:xfrm flipV="1">
              <a:off x="1919005" y="2595942"/>
              <a:ext cx="324080" cy="39513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5E1A412-9336-1849-A86A-099553476D9F}"/>
                </a:ext>
              </a:extLst>
            </p:cNvPr>
            <p:cNvCxnSpPr>
              <a:cxnSpLocks/>
              <a:stCxn id="5" idx="7"/>
              <a:endCxn id="4" idx="3"/>
            </p:cNvCxnSpPr>
            <p:nvPr/>
          </p:nvCxnSpPr>
          <p:spPr bwMode="auto">
            <a:xfrm flipH="1" flipV="1">
              <a:off x="3218621" y="3317501"/>
              <a:ext cx="209292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1AEFD4E-2384-0D49-8C02-89BA1A87FB70}"/>
                </a:ext>
              </a:extLst>
            </p:cNvPr>
            <p:cNvCxnSpPr>
              <a:cxnSpLocks/>
              <a:stCxn id="7" idx="1"/>
              <a:endCxn id="4" idx="5"/>
            </p:cNvCxnSpPr>
            <p:nvPr/>
          </p:nvCxnSpPr>
          <p:spPr bwMode="auto">
            <a:xfrm flipV="1">
              <a:off x="2694473" y="3317500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060F690-5A1A-B04D-8F3D-3C8BFE715F52}"/>
                </a:ext>
              </a:extLst>
            </p:cNvPr>
            <p:cNvCxnSpPr>
              <a:cxnSpLocks/>
              <a:stCxn id="5" idx="3"/>
              <a:endCxn id="8" idx="0"/>
            </p:cNvCxnSpPr>
            <p:nvPr/>
          </p:nvCxnSpPr>
          <p:spPr bwMode="auto">
            <a:xfrm>
              <a:off x="3754342" y="4039058"/>
              <a:ext cx="176510" cy="327526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riangle 25">
              <a:extLst>
                <a:ext uri="{FF2B5EF4-FFF2-40B4-BE49-F238E27FC236}">
                  <a16:creationId xmlns:a16="http://schemas.microsoft.com/office/drawing/2014/main" id="{29952D6E-E064-9846-9BBA-289A79708FE7}"/>
                </a:ext>
              </a:extLst>
            </p:cNvPr>
            <p:cNvSpPr/>
            <p:nvPr/>
          </p:nvSpPr>
          <p:spPr bwMode="auto">
            <a:xfrm>
              <a:off x="1246924" y="2564904"/>
              <a:ext cx="1019134" cy="878564"/>
            </a:xfrm>
            <a:prstGeom prst="triangl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Triangle 27">
              <a:extLst>
                <a:ext uri="{FF2B5EF4-FFF2-40B4-BE49-F238E27FC236}">
                  <a16:creationId xmlns:a16="http://schemas.microsoft.com/office/drawing/2014/main" id="{90F507A6-5453-6D41-80D7-8A9135E42E4B}"/>
                </a:ext>
              </a:extLst>
            </p:cNvPr>
            <p:cNvSpPr/>
            <p:nvPr/>
          </p:nvSpPr>
          <p:spPr bwMode="auto">
            <a:xfrm>
              <a:off x="2022684" y="3284984"/>
              <a:ext cx="1019134" cy="878564"/>
            </a:xfrm>
            <a:prstGeom prst="triangl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Triangle 28">
              <a:extLst>
                <a:ext uri="{FF2B5EF4-FFF2-40B4-BE49-F238E27FC236}">
                  <a16:creationId xmlns:a16="http://schemas.microsoft.com/office/drawing/2014/main" id="{269D9F49-F03D-D340-B8FB-2F75F14EA6CC}"/>
                </a:ext>
              </a:extLst>
            </p:cNvPr>
            <p:cNvSpPr/>
            <p:nvPr/>
          </p:nvSpPr>
          <p:spPr bwMode="auto">
            <a:xfrm>
              <a:off x="2826279" y="3212976"/>
              <a:ext cx="1529697" cy="1660493"/>
            </a:xfrm>
            <a:prstGeom prst="triangl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8" name="Arc 17">
            <a:extLst>
              <a:ext uri="{FF2B5EF4-FFF2-40B4-BE49-F238E27FC236}">
                <a16:creationId xmlns:a16="http://schemas.microsoft.com/office/drawing/2014/main" id="{6C2551E7-63BC-EE45-99C9-D5675CF0DF79}"/>
              </a:ext>
            </a:extLst>
          </p:cNvPr>
          <p:cNvSpPr/>
          <p:nvPr/>
        </p:nvSpPr>
        <p:spPr bwMode="auto">
          <a:xfrm rot="3739164" flipH="1">
            <a:off x="1389510" y="2029915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EEA47DF-A8B5-2545-96FF-4DE734B64C72}"/>
              </a:ext>
            </a:extLst>
          </p:cNvPr>
          <p:cNvSpPr/>
          <p:nvPr/>
        </p:nvSpPr>
        <p:spPr bwMode="auto">
          <a:xfrm>
            <a:off x="1828755" y="2721576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AF45AC63-0317-7246-9C8E-C0DCCACDB6AE}"/>
              </a:ext>
            </a:extLst>
          </p:cNvPr>
          <p:cNvSpPr/>
          <p:nvPr/>
        </p:nvSpPr>
        <p:spPr bwMode="auto">
          <a:xfrm>
            <a:off x="3877694" y="3212976"/>
            <a:ext cx="538862" cy="499653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E811920-49F7-AD46-B0C1-FC1D0281FA47}"/>
              </a:ext>
            </a:extLst>
          </p:cNvPr>
          <p:cNvGrpSpPr/>
          <p:nvPr/>
        </p:nvGrpSpPr>
        <p:grpSpPr>
          <a:xfrm>
            <a:off x="4668306" y="2201908"/>
            <a:ext cx="3730369" cy="1968104"/>
            <a:chOff x="4391868" y="2201908"/>
            <a:chExt cx="3730369" cy="1968104"/>
          </a:xfrm>
        </p:grpSpPr>
        <p:sp>
          <p:nvSpPr>
            <p:cNvPr id="22" name="Oval 1">
              <a:extLst>
                <a:ext uri="{FF2B5EF4-FFF2-40B4-BE49-F238E27FC236}">
                  <a16:creationId xmlns:a16="http://schemas.microsoft.com/office/drawing/2014/main" id="{D6E52037-98B9-3C42-AE5B-C3B041944C1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160757" y="2201908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n1</a:t>
              </a:r>
            </a:p>
          </p:txBody>
        </p:sp>
        <p:sp>
          <p:nvSpPr>
            <p:cNvPr id="23" name="Oval 10">
              <a:extLst>
                <a:ext uri="{FF2B5EF4-FFF2-40B4-BE49-F238E27FC236}">
                  <a16:creationId xmlns:a16="http://schemas.microsoft.com/office/drawing/2014/main" id="{E6D39E6D-3DB3-BB41-82AF-A6832C0EF45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127559" y="2923467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400" dirty="0"/>
            </a:p>
          </p:txBody>
        </p:sp>
        <p:sp>
          <p:nvSpPr>
            <p:cNvPr id="24" name="Oval 11">
              <a:extLst>
                <a:ext uri="{FF2B5EF4-FFF2-40B4-BE49-F238E27FC236}">
                  <a16:creationId xmlns:a16="http://schemas.microsoft.com/office/drawing/2014/main" id="{F9EB3AD4-76B6-5940-B2F6-02DB47BA900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471607" y="3645024"/>
              <a:ext cx="461639" cy="461639"/>
            </a:xfrm>
            <a:prstGeom prst="ellipse">
              <a:avLst/>
            </a:prstGeom>
            <a:solidFill>
              <a:schemeClr val="accent2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/>
            <a:p>
              <a:pPr algn="ctr" eaLnBrk="1" hangingPunct="1"/>
              <a:endParaRPr lang="en-US" altLang="en-US" sz="1400" dirty="0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17E9350-DA98-804D-B163-EA53BB636CCB}"/>
                </a:ext>
              </a:extLst>
            </p:cNvPr>
            <p:cNvCxnSpPr>
              <a:cxnSpLocks/>
              <a:stCxn id="22" idx="3"/>
              <a:endCxn id="23" idx="7"/>
            </p:cNvCxnSpPr>
            <p:nvPr/>
          </p:nvCxnSpPr>
          <p:spPr bwMode="auto">
            <a:xfrm>
              <a:off x="6554791" y="2595942"/>
              <a:ext cx="640083" cy="39513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10">
              <a:extLst>
                <a:ext uri="{FF2B5EF4-FFF2-40B4-BE49-F238E27FC236}">
                  <a16:creationId xmlns:a16="http://schemas.microsoft.com/office/drawing/2014/main" id="{26F1D8ED-FF14-6C45-8B06-74B39ECE0BB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195936" y="2923467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n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1189118-C0CF-434D-83B7-DCD88219961D}"/>
                </a:ext>
              </a:extLst>
            </p:cNvPr>
            <p:cNvCxnSpPr>
              <a:cxnSpLocks/>
              <a:stCxn id="32" idx="1"/>
              <a:endCxn id="22" idx="5"/>
            </p:cNvCxnSpPr>
            <p:nvPr/>
          </p:nvCxnSpPr>
          <p:spPr bwMode="auto">
            <a:xfrm flipV="1">
              <a:off x="5588278" y="2595942"/>
              <a:ext cx="640084" cy="39513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94D3C57-16F2-BB49-9C82-387A6B540FED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7458075" y="3365500"/>
              <a:ext cx="130929" cy="30759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Triangle 38">
              <a:extLst>
                <a:ext uri="{FF2B5EF4-FFF2-40B4-BE49-F238E27FC236}">
                  <a16:creationId xmlns:a16="http://schemas.microsoft.com/office/drawing/2014/main" id="{FD5E8C25-11F7-1C46-9590-D6AECFD5F029}"/>
                </a:ext>
              </a:extLst>
            </p:cNvPr>
            <p:cNvSpPr/>
            <p:nvPr/>
          </p:nvSpPr>
          <p:spPr bwMode="auto">
            <a:xfrm>
              <a:off x="6592540" y="2509519"/>
              <a:ext cx="1529697" cy="1660493"/>
            </a:xfrm>
            <a:prstGeom prst="triangl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Oval 11">
              <a:extLst>
                <a:ext uri="{FF2B5EF4-FFF2-40B4-BE49-F238E27FC236}">
                  <a16:creationId xmlns:a16="http://schemas.microsoft.com/office/drawing/2014/main" id="{081D4D05-5FEF-254D-86B7-2198257B1CA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729492" y="3645024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B</a:t>
              </a:r>
            </a:p>
          </p:txBody>
        </p:sp>
        <p:sp>
          <p:nvSpPr>
            <p:cNvPr id="41" name="Oval 11">
              <a:extLst>
                <a:ext uri="{FF2B5EF4-FFF2-40B4-BE49-F238E27FC236}">
                  <a16:creationId xmlns:a16="http://schemas.microsoft.com/office/drawing/2014/main" id="{021F088B-C44D-D84D-B9F9-352B7ED3985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669624" y="3645024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A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DC96011-E953-E54E-88B2-FF07E5FC0DB0}"/>
                </a:ext>
              </a:extLst>
            </p:cNvPr>
            <p:cNvCxnSpPr>
              <a:cxnSpLocks/>
              <a:stCxn id="40" idx="7"/>
            </p:cNvCxnSpPr>
            <p:nvPr/>
          </p:nvCxnSpPr>
          <p:spPr bwMode="auto">
            <a:xfrm flipH="1" flipV="1">
              <a:off x="5587805" y="3317501"/>
              <a:ext cx="209292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976BA3A-723C-7C49-9B04-EFF08C0F74B4}"/>
                </a:ext>
              </a:extLst>
            </p:cNvPr>
            <p:cNvCxnSpPr>
              <a:cxnSpLocks/>
              <a:stCxn id="41" idx="1"/>
            </p:cNvCxnSpPr>
            <p:nvPr/>
          </p:nvCxnSpPr>
          <p:spPr bwMode="auto">
            <a:xfrm flipV="1">
              <a:off x="5063657" y="3317500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Triangle 43">
              <a:extLst>
                <a:ext uri="{FF2B5EF4-FFF2-40B4-BE49-F238E27FC236}">
                  <a16:creationId xmlns:a16="http://schemas.microsoft.com/office/drawing/2014/main" id="{F0A6E6BC-1C41-3A46-A8B3-22A1AEC7735C}"/>
                </a:ext>
              </a:extLst>
            </p:cNvPr>
            <p:cNvSpPr/>
            <p:nvPr/>
          </p:nvSpPr>
          <p:spPr bwMode="auto">
            <a:xfrm>
              <a:off x="4391868" y="3284984"/>
              <a:ext cx="1019134" cy="878564"/>
            </a:xfrm>
            <a:prstGeom prst="triangl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Triangle 44">
              <a:extLst>
                <a:ext uri="{FF2B5EF4-FFF2-40B4-BE49-F238E27FC236}">
                  <a16:creationId xmlns:a16="http://schemas.microsoft.com/office/drawing/2014/main" id="{F196C2C7-81BD-C14F-BADA-D06D44F347C1}"/>
                </a:ext>
              </a:extLst>
            </p:cNvPr>
            <p:cNvSpPr/>
            <p:nvPr/>
          </p:nvSpPr>
          <p:spPr bwMode="auto">
            <a:xfrm>
              <a:off x="5451730" y="3284984"/>
              <a:ext cx="1019134" cy="878564"/>
            </a:xfrm>
            <a:prstGeom prst="triangl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1136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E76C4-2124-F44D-9971-7F2CEF0A0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92696"/>
            <a:ext cx="8229600" cy="1143000"/>
          </a:xfrm>
        </p:spPr>
        <p:txBody>
          <a:bodyPr/>
          <a:lstStyle/>
          <a:p>
            <a:r>
              <a:rPr lang="en-US" dirty="0" err="1"/>
              <a:t>Rotación</a:t>
            </a:r>
            <a:r>
              <a:rPr lang="en-US" dirty="0"/>
              <a:t> </a:t>
            </a:r>
            <a:r>
              <a:rPr lang="en-US" dirty="0" err="1"/>
              <a:t>Doble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BF1CF5-8B28-1943-A24B-4EEE7C68FDD8}"/>
              </a:ext>
            </a:extLst>
          </p:cNvPr>
          <p:cNvGrpSpPr/>
          <p:nvPr/>
        </p:nvGrpSpPr>
        <p:grpSpPr>
          <a:xfrm>
            <a:off x="1755873" y="3302906"/>
            <a:ext cx="1282503" cy="1993540"/>
            <a:chOff x="2086372" y="3302906"/>
            <a:chExt cx="1282503" cy="1993540"/>
          </a:xfrm>
        </p:grpSpPr>
        <p:sp>
          <p:nvSpPr>
            <p:cNvPr id="13" name="Oval 1">
              <a:extLst>
                <a:ext uri="{FF2B5EF4-FFF2-40B4-BE49-F238E27FC236}">
                  <a16:creationId xmlns:a16="http://schemas.microsoft.com/office/drawing/2014/main" id="{76717D20-BDD8-4C42-849D-E0DDD91A4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275" y="3302906"/>
              <a:ext cx="613600" cy="613600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/>
                <a:t>30</a:t>
              </a:r>
            </a:p>
          </p:txBody>
        </p:sp>
        <p:sp>
          <p:nvSpPr>
            <p:cNvPr id="14" name="Oval 10">
              <a:extLst>
                <a:ext uri="{FF2B5EF4-FFF2-40B4-BE49-F238E27FC236}">
                  <a16:creationId xmlns:a16="http://schemas.microsoft.com/office/drawing/2014/main" id="{E8DE36AA-873C-BA4C-B4AB-D96E78726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6372" y="4000777"/>
              <a:ext cx="610966" cy="613598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/>
                <a:t>10</a:t>
              </a:r>
            </a:p>
          </p:txBody>
        </p:sp>
        <p:sp>
          <p:nvSpPr>
            <p:cNvPr id="15" name="Oval 11">
              <a:extLst>
                <a:ext uri="{FF2B5EF4-FFF2-40B4-BE49-F238E27FC236}">
                  <a16:creationId xmlns:a16="http://schemas.microsoft.com/office/drawing/2014/main" id="{EDD81424-54B8-4E46-8198-9D59E480D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276" y="4682846"/>
              <a:ext cx="613599" cy="613600"/>
            </a:xfrm>
            <a:prstGeom prst="ellipse">
              <a:avLst/>
            </a:prstGeom>
            <a:solidFill>
              <a:schemeClr val="accent2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/>
                <a:t>20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0ED45A6-7787-0848-AFF7-2509D58E5094}"/>
                </a:ext>
              </a:extLst>
            </p:cNvPr>
            <p:cNvCxnSpPr>
              <a:stCxn id="13" idx="3"/>
              <a:endCxn id="14" idx="7"/>
            </p:cNvCxnSpPr>
            <p:nvPr/>
          </p:nvCxnSpPr>
          <p:spPr bwMode="auto">
            <a:xfrm flipH="1">
              <a:off x="2607864" y="3826646"/>
              <a:ext cx="237271" cy="26399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4">
              <a:extLst>
                <a:ext uri="{FF2B5EF4-FFF2-40B4-BE49-F238E27FC236}">
                  <a16:creationId xmlns:a16="http://schemas.microsoft.com/office/drawing/2014/main" id="{9F8F723A-1747-EB49-8371-ACE6E42651F9}"/>
                </a:ext>
              </a:extLst>
            </p:cNvPr>
            <p:cNvCxnSpPr>
              <a:cxnSpLocks noChangeShapeType="1"/>
              <a:stCxn id="14" idx="5"/>
              <a:endCxn id="15" idx="1"/>
            </p:cNvCxnSpPr>
            <p:nvPr/>
          </p:nvCxnSpPr>
          <p:spPr bwMode="auto">
            <a:xfrm>
              <a:off x="2607864" y="4524516"/>
              <a:ext cx="237271" cy="24819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5" name="Rectangle 3">
            <a:extLst>
              <a:ext uri="{FF2B5EF4-FFF2-40B4-BE49-F238E27FC236}">
                <a16:creationId xmlns:a16="http://schemas.microsoft.com/office/drawing/2014/main" id="{05FA19C9-FB60-6A4A-9DC0-604AB4458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240" y="2184231"/>
            <a:ext cx="24801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Cuando hay inserción:</a:t>
            </a:r>
            <a:endParaRPr lang="en-US" altLang="en-US" dirty="0"/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E60421BD-0D87-1D42-975A-771294BC5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1693" y="5383716"/>
            <a:ext cx="22108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_tradnl" altLang="es-EC" dirty="0"/>
              <a:t>Izquierda - Derecha</a:t>
            </a:r>
            <a:endParaRPr lang="en-US" alt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9EF1E4A-8F7F-D048-A815-8C7FADB413AD}"/>
              </a:ext>
            </a:extLst>
          </p:cNvPr>
          <p:cNvGrpSpPr/>
          <p:nvPr/>
        </p:nvGrpSpPr>
        <p:grpSpPr>
          <a:xfrm>
            <a:off x="5665858" y="3307668"/>
            <a:ext cx="1281578" cy="1993540"/>
            <a:chOff x="5278503" y="3307668"/>
            <a:chExt cx="1281578" cy="1993540"/>
          </a:xfrm>
        </p:grpSpPr>
        <p:sp>
          <p:nvSpPr>
            <p:cNvPr id="19" name="Oval 40">
              <a:extLst>
                <a:ext uri="{FF2B5EF4-FFF2-40B4-BE49-F238E27FC236}">
                  <a16:creationId xmlns:a16="http://schemas.microsoft.com/office/drawing/2014/main" id="{5A9FE266-2C0C-F144-BD08-28E7A654615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278503" y="3307668"/>
              <a:ext cx="612299" cy="61250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/>
                <a:t>10</a:t>
              </a:r>
            </a:p>
          </p:txBody>
        </p:sp>
        <p:sp>
          <p:nvSpPr>
            <p:cNvPr id="20" name="Oval 41">
              <a:extLst>
                <a:ext uri="{FF2B5EF4-FFF2-40B4-BE49-F238E27FC236}">
                  <a16:creationId xmlns:a16="http://schemas.microsoft.com/office/drawing/2014/main" id="{9A11E75C-A0FE-6740-9B36-4F71D33C1CC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947782" y="4006429"/>
              <a:ext cx="612299" cy="61250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/>
                <a:t>30</a:t>
              </a:r>
            </a:p>
          </p:txBody>
        </p:sp>
        <p:sp>
          <p:nvSpPr>
            <p:cNvPr id="21" name="Oval 42">
              <a:extLst>
                <a:ext uri="{FF2B5EF4-FFF2-40B4-BE49-F238E27FC236}">
                  <a16:creationId xmlns:a16="http://schemas.microsoft.com/office/drawing/2014/main" id="{00216CCD-E4F0-1E4E-AF5D-BD1543C532C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278503" y="4688699"/>
              <a:ext cx="612299" cy="612509"/>
            </a:xfrm>
            <a:prstGeom prst="ellipse">
              <a:avLst/>
            </a:prstGeom>
            <a:solidFill>
              <a:schemeClr val="accent2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/>
                <a:t>20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6BDB18-E46B-954D-BCC5-792E5C3934BA}"/>
                </a:ext>
              </a:extLst>
            </p:cNvPr>
            <p:cNvCxnSpPr>
              <a:stCxn id="19" idx="3"/>
              <a:endCxn id="20" idx="7"/>
            </p:cNvCxnSpPr>
            <p:nvPr/>
          </p:nvCxnSpPr>
          <p:spPr bwMode="auto">
            <a:xfrm>
              <a:off x="5801133" y="3830477"/>
              <a:ext cx="236318" cy="26565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44">
              <a:extLst>
                <a:ext uri="{FF2B5EF4-FFF2-40B4-BE49-F238E27FC236}">
                  <a16:creationId xmlns:a16="http://schemas.microsoft.com/office/drawing/2014/main" id="{7CFBDDB0-D4C3-DF48-B43B-11645083AAE1}"/>
                </a:ext>
              </a:extLst>
            </p:cNvPr>
            <p:cNvCxnSpPr>
              <a:cxnSpLocks noChangeShapeType="1"/>
              <a:stCxn id="20" idx="5"/>
              <a:endCxn id="21" idx="1"/>
            </p:cNvCxnSpPr>
            <p:nvPr/>
          </p:nvCxnSpPr>
          <p:spPr bwMode="auto">
            <a:xfrm flipH="1">
              <a:off x="5801133" y="4529238"/>
              <a:ext cx="236318" cy="249161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" name="Rectangle 3">
            <a:extLst>
              <a:ext uri="{FF2B5EF4-FFF2-40B4-BE49-F238E27FC236}">
                <a16:creationId xmlns:a16="http://schemas.microsoft.com/office/drawing/2014/main" id="{BD2BE71F-8F76-B74E-92E2-D237DB1C9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1216" y="5383716"/>
            <a:ext cx="22108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Derecha - Izquierda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874561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C920066-C57E-C54D-83EE-D6DF546E32F4}"/>
              </a:ext>
            </a:extLst>
          </p:cNvPr>
          <p:cNvGrpSpPr/>
          <p:nvPr/>
        </p:nvGrpSpPr>
        <p:grpSpPr>
          <a:xfrm>
            <a:off x="385983" y="1758210"/>
            <a:ext cx="3793112" cy="2626315"/>
            <a:chOff x="385983" y="1758210"/>
            <a:chExt cx="3793112" cy="2626315"/>
          </a:xfrm>
        </p:grpSpPr>
        <p:sp>
          <p:nvSpPr>
            <p:cNvPr id="19" name="Oval 1">
              <a:extLst>
                <a:ext uri="{FF2B5EF4-FFF2-40B4-BE49-F238E27FC236}">
                  <a16:creationId xmlns:a16="http://schemas.microsoft.com/office/drawing/2014/main" id="{05D254E0-DF41-D74D-978E-0C582A72E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1720" y="175821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40</a:t>
              </a:r>
            </a:p>
          </p:txBody>
        </p:sp>
        <p:sp>
          <p:nvSpPr>
            <p:cNvPr id="20" name="Oval 10">
              <a:extLst>
                <a:ext uri="{FF2B5EF4-FFF2-40B4-BE49-F238E27FC236}">
                  <a16:creationId xmlns:a16="http://schemas.microsoft.com/office/drawing/2014/main" id="{72D98C64-1E00-584E-AF96-4BAB3ABB4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821" y="2479769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20</a:t>
              </a:r>
            </a:p>
          </p:txBody>
        </p:sp>
        <p:sp>
          <p:nvSpPr>
            <p:cNvPr id="21" name="Oval 11">
              <a:extLst>
                <a:ext uri="{FF2B5EF4-FFF2-40B4-BE49-F238E27FC236}">
                  <a16:creationId xmlns:a16="http://schemas.microsoft.com/office/drawing/2014/main" id="{1B8788B5-6816-E249-B2F1-0AA855F13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983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10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7B09693-D50E-5C45-8BFB-2E9638F8FA38}"/>
                </a:ext>
              </a:extLst>
            </p:cNvPr>
            <p:cNvCxnSpPr>
              <a:cxnSpLocks/>
              <a:stCxn id="19" idx="3"/>
              <a:endCxn id="20" idx="7"/>
            </p:cNvCxnSpPr>
            <p:nvPr/>
          </p:nvCxnSpPr>
          <p:spPr bwMode="auto">
            <a:xfrm flipH="1">
              <a:off x="1304163" y="2152244"/>
              <a:ext cx="815162" cy="39513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Oval 11">
              <a:extLst>
                <a:ext uri="{FF2B5EF4-FFF2-40B4-BE49-F238E27FC236}">
                  <a16:creationId xmlns:a16="http://schemas.microsoft.com/office/drawing/2014/main" id="{E9AB9E96-6A55-CF4F-BAB2-A9FDD8792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678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30</a:t>
              </a:r>
            </a:p>
          </p:txBody>
        </p:sp>
        <p:sp>
          <p:nvSpPr>
            <p:cNvPr id="26" name="Oval 10">
              <a:extLst>
                <a:ext uri="{FF2B5EF4-FFF2-40B4-BE49-F238E27FC236}">
                  <a16:creationId xmlns:a16="http://schemas.microsoft.com/office/drawing/2014/main" id="{8B7A571F-DA99-674E-B383-14A2B8992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3600" y="2479769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80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C222E3F-3236-C947-9CD9-3391B388D9E1}"/>
                </a:ext>
              </a:extLst>
            </p:cNvPr>
            <p:cNvCxnSpPr>
              <a:cxnSpLocks/>
              <a:stCxn id="26" idx="1"/>
              <a:endCxn id="19" idx="5"/>
            </p:cNvCxnSpPr>
            <p:nvPr/>
          </p:nvCxnSpPr>
          <p:spPr bwMode="auto">
            <a:xfrm flipH="1" flipV="1">
              <a:off x="2445754" y="2152244"/>
              <a:ext cx="815161" cy="39513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4898F5E-CDE9-7949-8AD2-F1A5935C16E5}"/>
                </a:ext>
              </a:extLst>
            </p:cNvPr>
            <p:cNvCxnSpPr>
              <a:cxnSpLocks/>
              <a:stCxn id="21" idx="7"/>
              <a:endCxn id="20" idx="3"/>
            </p:cNvCxnSpPr>
            <p:nvPr/>
          </p:nvCxnSpPr>
          <p:spPr bwMode="auto">
            <a:xfrm flipV="1">
              <a:off x="780015" y="2873802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043F649-EB85-814D-8E36-5A8AACAC264A}"/>
                </a:ext>
              </a:extLst>
            </p:cNvPr>
            <p:cNvCxnSpPr>
              <a:cxnSpLocks/>
              <a:stCxn id="23" idx="1"/>
              <a:endCxn id="20" idx="5"/>
            </p:cNvCxnSpPr>
            <p:nvPr/>
          </p:nvCxnSpPr>
          <p:spPr bwMode="auto">
            <a:xfrm flipH="1" flipV="1">
              <a:off x="1304164" y="2873802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11">
              <a:extLst>
                <a:ext uri="{FF2B5EF4-FFF2-40B4-BE49-F238E27FC236}">
                  <a16:creationId xmlns:a16="http://schemas.microsoft.com/office/drawing/2014/main" id="{C3641528-9DF8-E946-BE38-6E911CBB9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761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50</a:t>
              </a:r>
            </a:p>
          </p:txBody>
        </p:sp>
        <p:sp>
          <p:nvSpPr>
            <p:cNvPr id="35" name="Oval 11">
              <a:extLst>
                <a:ext uri="{FF2B5EF4-FFF2-40B4-BE49-F238E27FC236}">
                  <a16:creationId xmlns:a16="http://schemas.microsoft.com/office/drawing/2014/main" id="{7F4BF2F6-033B-A843-9C88-02DB52587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7456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90</a:t>
              </a:r>
            </a:p>
          </p:txBody>
        </p:sp>
        <p:sp>
          <p:nvSpPr>
            <p:cNvPr id="36" name="Oval 11">
              <a:extLst>
                <a:ext uri="{FF2B5EF4-FFF2-40B4-BE49-F238E27FC236}">
                  <a16:creationId xmlns:a16="http://schemas.microsoft.com/office/drawing/2014/main" id="{50693925-0162-464E-900D-D78A3D0FE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863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45</a:t>
              </a:r>
            </a:p>
          </p:txBody>
        </p:sp>
        <p:sp>
          <p:nvSpPr>
            <p:cNvPr id="37" name="Oval 11">
              <a:extLst>
                <a:ext uri="{FF2B5EF4-FFF2-40B4-BE49-F238E27FC236}">
                  <a16:creationId xmlns:a16="http://schemas.microsoft.com/office/drawing/2014/main" id="{52F8F172-A567-4C47-8C49-3745BCEE6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7659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75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87217CE-58B3-1646-95EB-7D52B3E6D28A}"/>
                </a:ext>
              </a:extLst>
            </p:cNvPr>
            <p:cNvCxnSpPr>
              <a:cxnSpLocks/>
              <a:stCxn id="34" idx="3"/>
              <a:endCxn id="36" idx="0"/>
            </p:cNvCxnSpPr>
            <p:nvPr/>
          </p:nvCxnSpPr>
          <p:spPr bwMode="auto">
            <a:xfrm flipH="1">
              <a:off x="2548683" y="3595361"/>
              <a:ext cx="186684" cy="327525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B26E10F-D28A-DF40-8F3B-87A47256B4F9}"/>
                </a:ext>
              </a:extLst>
            </p:cNvPr>
            <p:cNvCxnSpPr>
              <a:cxnSpLocks/>
              <a:stCxn id="34" idx="5"/>
              <a:endCxn id="37" idx="0"/>
            </p:cNvCxnSpPr>
            <p:nvPr/>
          </p:nvCxnSpPr>
          <p:spPr bwMode="auto">
            <a:xfrm>
              <a:off x="3061793" y="3595361"/>
              <a:ext cx="186686" cy="327525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04F2094-AAF8-E549-BA3B-76C9ECDE441A}"/>
                </a:ext>
              </a:extLst>
            </p:cNvPr>
            <p:cNvCxnSpPr>
              <a:cxnSpLocks/>
              <a:stCxn id="35" idx="1"/>
              <a:endCxn id="26" idx="5"/>
            </p:cNvCxnSpPr>
            <p:nvPr/>
          </p:nvCxnSpPr>
          <p:spPr bwMode="auto">
            <a:xfrm flipH="1" flipV="1">
              <a:off x="3585942" y="2873803"/>
              <a:ext cx="199119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1182D49-3475-4E4D-8FF2-B902E5A8BFA5}"/>
                </a:ext>
              </a:extLst>
            </p:cNvPr>
            <p:cNvCxnSpPr>
              <a:cxnSpLocks/>
              <a:stCxn id="34" idx="7"/>
              <a:endCxn id="26" idx="3"/>
            </p:cNvCxnSpPr>
            <p:nvPr/>
          </p:nvCxnSpPr>
          <p:spPr bwMode="auto">
            <a:xfrm flipV="1">
              <a:off x="3061795" y="2873803"/>
              <a:ext cx="199120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45552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C920066-C57E-C54D-83EE-D6DF546E32F4}"/>
              </a:ext>
            </a:extLst>
          </p:cNvPr>
          <p:cNvGrpSpPr/>
          <p:nvPr/>
        </p:nvGrpSpPr>
        <p:grpSpPr>
          <a:xfrm>
            <a:off x="385983" y="1758210"/>
            <a:ext cx="3793112" cy="2626315"/>
            <a:chOff x="385983" y="1758210"/>
            <a:chExt cx="3793112" cy="2626315"/>
          </a:xfrm>
        </p:grpSpPr>
        <p:sp>
          <p:nvSpPr>
            <p:cNvPr id="19" name="Oval 1">
              <a:extLst>
                <a:ext uri="{FF2B5EF4-FFF2-40B4-BE49-F238E27FC236}">
                  <a16:creationId xmlns:a16="http://schemas.microsoft.com/office/drawing/2014/main" id="{05D254E0-DF41-D74D-978E-0C582A72E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1720" y="175821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40</a:t>
              </a:r>
            </a:p>
          </p:txBody>
        </p:sp>
        <p:sp>
          <p:nvSpPr>
            <p:cNvPr id="20" name="Oval 10">
              <a:extLst>
                <a:ext uri="{FF2B5EF4-FFF2-40B4-BE49-F238E27FC236}">
                  <a16:creationId xmlns:a16="http://schemas.microsoft.com/office/drawing/2014/main" id="{72D98C64-1E00-584E-AF96-4BAB3ABB4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821" y="2479769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20</a:t>
              </a:r>
            </a:p>
          </p:txBody>
        </p:sp>
        <p:sp>
          <p:nvSpPr>
            <p:cNvPr id="21" name="Oval 11">
              <a:extLst>
                <a:ext uri="{FF2B5EF4-FFF2-40B4-BE49-F238E27FC236}">
                  <a16:creationId xmlns:a16="http://schemas.microsoft.com/office/drawing/2014/main" id="{1B8788B5-6816-E249-B2F1-0AA855F13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983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10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7B09693-D50E-5C45-8BFB-2E9638F8FA38}"/>
                </a:ext>
              </a:extLst>
            </p:cNvPr>
            <p:cNvCxnSpPr>
              <a:cxnSpLocks/>
              <a:stCxn id="19" idx="3"/>
              <a:endCxn id="20" idx="7"/>
            </p:cNvCxnSpPr>
            <p:nvPr/>
          </p:nvCxnSpPr>
          <p:spPr bwMode="auto">
            <a:xfrm flipH="1">
              <a:off x="1304163" y="2152244"/>
              <a:ext cx="815162" cy="39513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Oval 11">
              <a:extLst>
                <a:ext uri="{FF2B5EF4-FFF2-40B4-BE49-F238E27FC236}">
                  <a16:creationId xmlns:a16="http://schemas.microsoft.com/office/drawing/2014/main" id="{E9AB9E96-6A55-CF4F-BAB2-A9FDD8792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678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30</a:t>
              </a:r>
            </a:p>
          </p:txBody>
        </p:sp>
        <p:sp>
          <p:nvSpPr>
            <p:cNvPr id="26" name="Oval 10">
              <a:extLst>
                <a:ext uri="{FF2B5EF4-FFF2-40B4-BE49-F238E27FC236}">
                  <a16:creationId xmlns:a16="http://schemas.microsoft.com/office/drawing/2014/main" id="{8B7A571F-DA99-674E-B383-14A2B8992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3600" y="2479769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80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C222E3F-3236-C947-9CD9-3391B388D9E1}"/>
                </a:ext>
              </a:extLst>
            </p:cNvPr>
            <p:cNvCxnSpPr>
              <a:cxnSpLocks/>
              <a:stCxn id="26" idx="1"/>
              <a:endCxn id="19" idx="5"/>
            </p:cNvCxnSpPr>
            <p:nvPr/>
          </p:nvCxnSpPr>
          <p:spPr bwMode="auto">
            <a:xfrm flipH="1" flipV="1">
              <a:off x="2445754" y="2152244"/>
              <a:ext cx="815161" cy="39513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4898F5E-CDE9-7949-8AD2-F1A5935C16E5}"/>
                </a:ext>
              </a:extLst>
            </p:cNvPr>
            <p:cNvCxnSpPr>
              <a:cxnSpLocks/>
              <a:stCxn id="21" idx="7"/>
              <a:endCxn id="20" idx="3"/>
            </p:cNvCxnSpPr>
            <p:nvPr/>
          </p:nvCxnSpPr>
          <p:spPr bwMode="auto">
            <a:xfrm flipV="1">
              <a:off x="780015" y="2873802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043F649-EB85-814D-8E36-5A8AACAC264A}"/>
                </a:ext>
              </a:extLst>
            </p:cNvPr>
            <p:cNvCxnSpPr>
              <a:cxnSpLocks/>
              <a:stCxn id="23" idx="1"/>
              <a:endCxn id="20" idx="5"/>
            </p:cNvCxnSpPr>
            <p:nvPr/>
          </p:nvCxnSpPr>
          <p:spPr bwMode="auto">
            <a:xfrm flipH="1" flipV="1">
              <a:off x="1304164" y="2873802"/>
              <a:ext cx="199120" cy="39513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11">
              <a:extLst>
                <a:ext uri="{FF2B5EF4-FFF2-40B4-BE49-F238E27FC236}">
                  <a16:creationId xmlns:a16="http://schemas.microsoft.com/office/drawing/2014/main" id="{C3641528-9DF8-E946-BE38-6E911CBB9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761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50</a:t>
              </a:r>
            </a:p>
          </p:txBody>
        </p:sp>
        <p:sp>
          <p:nvSpPr>
            <p:cNvPr id="35" name="Oval 11">
              <a:extLst>
                <a:ext uri="{FF2B5EF4-FFF2-40B4-BE49-F238E27FC236}">
                  <a16:creationId xmlns:a16="http://schemas.microsoft.com/office/drawing/2014/main" id="{7F4BF2F6-033B-A843-9C88-02DB52587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7456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90</a:t>
              </a:r>
            </a:p>
          </p:txBody>
        </p:sp>
        <p:sp>
          <p:nvSpPr>
            <p:cNvPr id="36" name="Oval 11">
              <a:extLst>
                <a:ext uri="{FF2B5EF4-FFF2-40B4-BE49-F238E27FC236}">
                  <a16:creationId xmlns:a16="http://schemas.microsoft.com/office/drawing/2014/main" id="{50693925-0162-464E-900D-D78A3D0FE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863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45</a:t>
              </a:r>
            </a:p>
          </p:txBody>
        </p:sp>
        <p:sp>
          <p:nvSpPr>
            <p:cNvPr id="37" name="Oval 11">
              <a:extLst>
                <a:ext uri="{FF2B5EF4-FFF2-40B4-BE49-F238E27FC236}">
                  <a16:creationId xmlns:a16="http://schemas.microsoft.com/office/drawing/2014/main" id="{52F8F172-A567-4C47-8C49-3745BCEE6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7659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75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87217CE-58B3-1646-95EB-7D52B3E6D28A}"/>
                </a:ext>
              </a:extLst>
            </p:cNvPr>
            <p:cNvCxnSpPr>
              <a:cxnSpLocks/>
              <a:stCxn id="34" idx="3"/>
              <a:endCxn id="36" idx="0"/>
            </p:cNvCxnSpPr>
            <p:nvPr/>
          </p:nvCxnSpPr>
          <p:spPr bwMode="auto">
            <a:xfrm flipH="1">
              <a:off x="2548683" y="3595361"/>
              <a:ext cx="186684" cy="327525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B26E10F-D28A-DF40-8F3B-87A47256B4F9}"/>
                </a:ext>
              </a:extLst>
            </p:cNvPr>
            <p:cNvCxnSpPr>
              <a:cxnSpLocks/>
              <a:stCxn id="34" idx="5"/>
              <a:endCxn id="37" idx="0"/>
            </p:cNvCxnSpPr>
            <p:nvPr/>
          </p:nvCxnSpPr>
          <p:spPr bwMode="auto">
            <a:xfrm>
              <a:off x="3061793" y="3595361"/>
              <a:ext cx="186686" cy="327525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04F2094-AAF8-E549-BA3B-76C9ECDE441A}"/>
                </a:ext>
              </a:extLst>
            </p:cNvPr>
            <p:cNvCxnSpPr>
              <a:cxnSpLocks/>
              <a:stCxn id="35" idx="1"/>
              <a:endCxn id="26" idx="5"/>
            </p:cNvCxnSpPr>
            <p:nvPr/>
          </p:nvCxnSpPr>
          <p:spPr bwMode="auto">
            <a:xfrm flipH="1" flipV="1">
              <a:off x="3585942" y="2873803"/>
              <a:ext cx="199119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1182D49-3475-4E4D-8FF2-B902E5A8BFA5}"/>
                </a:ext>
              </a:extLst>
            </p:cNvPr>
            <p:cNvCxnSpPr>
              <a:cxnSpLocks/>
              <a:stCxn id="34" idx="7"/>
              <a:endCxn id="26" idx="3"/>
            </p:cNvCxnSpPr>
            <p:nvPr/>
          </p:nvCxnSpPr>
          <p:spPr bwMode="auto">
            <a:xfrm flipV="1">
              <a:off x="3061795" y="2873803"/>
              <a:ext cx="199120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Oval 1">
            <a:extLst>
              <a:ext uri="{FF2B5EF4-FFF2-40B4-BE49-F238E27FC236}">
                <a16:creationId xmlns:a16="http://schemas.microsoft.com/office/drawing/2014/main" id="{B705802E-B960-764C-8271-4E0854465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556" y="4895014"/>
            <a:ext cx="461639" cy="461639"/>
          </a:xfrm>
          <a:prstGeom prst="ellipse">
            <a:avLst/>
          </a:prstGeom>
          <a:ln w="19050"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7138EA-B7CE-5349-BA85-1C115C4A1224}"/>
              </a:ext>
            </a:extLst>
          </p:cNvPr>
          <p:cNvSpPr/>
          <p:nvPr/>
        </p:nvSpPr>
        <p:spPr>
          <a:xfrm>
            <a:off x="3563888" y="4941168"/>
            <a:ext cx="15434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altLang="es-EC" dirty="0"/>
              <a:t>Nuevo nodo: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325423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0518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1176C50-169C-B043-85F1-AC24458DFB47}"/>
              </a:ext>
            </a:extLst>
          </p:cNvPr>
          <p:cNvSpPr/>
          <p:nvPr/>
        </p:nvSpPr>
        <p:spPr>
          <a:xfrm>
            <a:off x="3272125" y="3662965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D7DF9C-3DBB-734C-AFEC-0CABC909EC6E}"/>
              </a:ext>
            </a:extLst>
          </p:cNvPr>
          <p:cNvSpPr/>
          <p:nvPr/>
        </p:nvSpPr>
        <p:spPr>
          <a:xfrm>
            <a:off x="2677210" y="2880775"/>
            <a:ext cx="41870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+1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738A105-C6B9-8043-B176-22E8AB969177}"/>
              </a:ext>
            </a:extLst>
          </p:cNvPr>
          <p:cNvSpPr/>
          <p:nvPr/>
        </p:nvSpPr>
        <p:spPr>
          <a:xfrm>
            <a:off x="3366357" y="2202209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-2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8726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5D7DCCE-B95D-D44E-AC4E-4A40B10483AE}"/>
              </a:ext>
            </a:extLst>
          </p:cNvPr>
          <p:cNvSpPr/>
          <p:nvPr/>
        </p:nvSpPr>
        <p:spPr>
          <a:xfrm>
            <a:off x="3272125" y="3662965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EF27DB-C2D2-5542-ADAF-FF4C77557D91}"/>
              </a:ext>
            </a:extLst>
          </p:cNvPr>
          <p:cNvSpPr/>
          <p:nvPr/>
        </p:nvSpPr>
        <p:spPr>
          <a:xfrm>
            <a:off x="2677210" y="2880775"/>
            <a:ext cx="41870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+1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32CDAA-DE8D-DA42-A57F-2BF856741E8B}"/>
              </a:ext>
            </a:extLst>
          </p:cNvPr>
          <p:cNvSpPr/>
          <p:nvPr/>
        </p:nvSpPr>
        <p:spPr>
          <a:xfrm>
            <a:off x="3366357" y="2202209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-2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9881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3492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5D7DCCE-B95D-D44E-AC4E-4A40B10483AE}"/>
              </a:ext>
            </a:extLst>
          </p:cNvPr>
          <p:cNvSpPr/>
          <p:nvPr/>
        </p:nvSpPr>
        <p:spPr>
          <a:xfrm>
            <a:off x="3272125" y="3662965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EF27DB-C2D2-5542-ADAF-FF4C77557D91}"/>
              </a:ext>
            </a:extLst>
          </p:cNvPr>
          <p:cNvSpPr/>
          <p:nvPr/>
        </p:nvSpPr>
        <p:spPr>
          <a:xfrm>
            <a:off x="2677210" y="2880775"/>
            <a:ext cx="41870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+1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32CDAA-DE8D-DA42-A57F-2BF856741E8B}"/>
              </a:ext>
            </a:extLst>
          </p:cNvPr>
          <p:cNvSpPr/>
          <p:nvPr/>
        </p:nvSpPr>
        <p:spPr>
          <a:xfrm>
            <a:off x="3366357" y="2202209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-2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2233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3492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3492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5D7DCCE-B95D-D44E-AC4E-4A40B10483AE}"/>
              </a:ext>
            </a:extLst>
          </p:cNvPr>
          <p:cNvSpPr/>
          <p:nvPr/>
        </p:nvSpPr>
        <p:spPr>
          <a:xfrm>
            <a:off x="3272125" y="3662965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EF27DB-C2D2-5542-ADAF-FF4C77557D91}"/>
              </a:ext>
            </a:extLst>
          </p:cNvPr>
          <p:cNvSpPr/>
          <p:nvPr/>
        </p:nvSpPr>
        <p:spPr>
          <a:xfrm>
            <a:off x="2677210" y="2880775"/>
            <a:ext cx="41870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+1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32CDAA-DE8D-DA42-A57F-2BF856741E8B}"/>
              </a:ext>
            </a:extLst>
          </p:cNvPr>
          <p:cNvSpPr/>
          <p:nvPr/>
        </p:nvSpPr>
        <p:spPr>
          <a:xfrm>
            <a:off x="3366357" y="2202209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-2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5070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3492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3492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3492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5D7DCCE-B95D-D44E-AC4E-4A40B10483AE}"/>
              </a:ext>
            </a:extLst>
          </p:cNvPr>
          <p:cNvSpPr/>
          <p:nvPr/>
        </p:nvSpPr>
        <p:spPr>
          <a:xfrm>
            <a:off x="3272125" y="3662965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EF27DB-C2D2-5542-ADAF-FF4C77557D91}"/>
              </a:ext>
            </a:extLst>
          </p:cNvPr>
          <p:cNvSpPr/>
          <p:nvPr/>
        </p:nvSpPr>
        <p:spPr>
          <a:xfrm>
            <a:off x="2677210" y="2880775"/>
            <a:ext cx="41870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+1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32CDAA-DE8D-DA42-A57F-2BF856741E8B}"/>
              </a:ext>
            </a:extLst>
          </p:cNvPr>
          <p:cNvSpPr/>
          <p:nvPr/>
        </p:nvSpPr>
        <p:spPr>
          <a:xfrm>
            <a:off x="3366357" y="2202209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-2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8426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3492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3492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3492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3492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5D7DCCE-B95D-D44E-AC4E-4A40B10483AE}"/>
              </a:ext>
            </a:extLst>
          </p:cNvPr>
          <p:cNvSpPr/>
          <p:nvPr/>
        </p:nvSpPr>
        <p:spPr>
          <a:xfrm>
            <a:off x="3272125" y="3662965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EF27DB-C2D2-5542-ADAF-FF4C77557D91}"/>
              </a:ext>
            </a:extLst>
          </p:cNvPr>
          <p:cNvSpPr/>
          <p:nvPr/>
        </p:nvSpPr>
        <p:spPr>
          <a:xfrm>
            <a:off x="2677210" y="2880775"/>
            <a:ext cx="41870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+1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32CDAA-DE8D-DA42-A57F-2BF856741E8B}"/>
              </a:ext>
            </a:extLst>
          </p:cNvPr>
          <p:cNvSpPr/>
          <p:nvPr/>
        </p:nvSpPr>
        <p:spPr>
          <a:xfrm>
            <a:off x="3366357" y="2202209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600" dirty="0">
                <a:solidFill>
                  <a:schemeClr val="tx2"/>
                </a:solidFill>
              </a:rPr>
              <a:t>-2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8990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317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317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317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317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ight Arrow 23">
            <a:extLst>
              <a:ext uri="{FF2B5EF4-FFF2-40B4-BE49-F238E27FC236}">
                <a16:creationId xmlns:a16="http://schemas.microsoft.com/office/drawing/2014/main" id="{0D14443D-F670-4949-B7C4-8BD3D88A0705}"/>
              </a:ext>
            </a:extLst>
          </p:cNvPr>
          <p:cNvSpPr/>
          <p:nvPr/>
        </p:nvSpPr>
        <p:spPr bwMode="auto">
          <a:xfrm rot="10800000">
            <a:off x="3193600" y="4733854"/>
            <a:ext cx="392342" cy="363794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3B018F17-186B-5E4F-AFB2-3E191286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5653" y="4733854"/>
            <a:ext cx="4322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Derecha, izquierda, derecha, izquierda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152219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0D14443D-F670-4949-B7C4-8BD3D88A0705}"/>
              </a:ext>
            </a:extLst>
          </p:cNvPr>
          <p:cNvSpPr/>
          <p:nvPr/>
        </p:nvSpPr>
        <p:spPr bwMode="auto">
          <a:xfrm rot="10800000">
            <a:off x="3193600" y="4733854"/>
            <a:ext cx="392342" cy="363794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3B018F17-186B-5E4F-AFB2-3E191286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5653" y="4733854"/>
            <a:ext cx="4322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b="1" dirty="0"/>
              <a:t>Derecha, izquierda</a:t>
            </a:r>
            <a:r>
              <a:rPr lang="es-ES_tradnl" altLang="es-EC" dirty="0"/>
              <a:t>, derecha, izquierda</a:t>
            </a:r>
            <a:endParaRPr lang="en-US" alt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52E5DAF-EB01-2E4B-944D-6C816ED80DB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317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D813D3-10A2-D742-8D96-586D905FACA9}"/>
              </a:ext>
            </a:extLst>
          </p:cNvPr>
          <p:cNvCxnSpPr>
            <a:cxnSpLocks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317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D8235BA-5C59-984B-8967-F86A1C01AC46}"/>
              </a:ext>
            </a:extLst>
          </p:cNvPr>
          <p:cNvCxnSpPr>
            <a:cxnSpLocks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317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67D4111-0E76-E148-A9AA-6528D94D602E}"/>
              </a:ext>
            </a:extLst>
          </p:cNvPr>
          <p:cNvCxnSpPr>
            <a:cxnSpLocks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317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962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ight Arrow 23">
            <a:extLst>
              <a:ext uri="{FF2B5EF4-FFF2-40B4-BE49-F238E27FC236}">
                <a16:creationId xmlns:a16="http://schemas.microsoft.com/office/drawing/2014/main" id="{0D14443D-F670-4949-B7C4-8BD3D88A0705}"/>
              </a:ext>
            </a:extLst>
          </p:cNvPr>
          <p:cNvSpPr/>
          <p:nvPr/>
        </p:nvSpPr>
        <p:spPr bwMode="auto">
          <a:xfrm rot="10800000">
            <a:off x="3193600" y="4733854"/>
            <a:ext cx="392342" cy="363794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3B018F17-186B-5E4F-AFB2-3E191286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5653" y="4733854"/>
            <a:ext cx="4322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</a:t>
            </a:r>
            <a:r>
              <a:rPr lang="es-ES_tradnl" altLang="es-EC" b="1" dirty="0"/>
              <a:t>Derecha - Izquierda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444505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ight Arrow 23">
            <a:extLst>
              <a:ext uri="{FF2B5EF4-FFF2-40B4-BE49-F238E27FC236}">
                <a16:creationId xmlns:a16="http://schemas.microsoft.com/office/drawing/2014/main" id="{0D14443D-F670-4949-B7C4-8BD3D88A0705}"/>
              </a:ext>
            </a:extLst>
          </p:cNvPr>
          <p:cNvSpPr/>
          <p:nvPr/>
        </p:nvSpPr>
        <p:spPr bwMode="auto">
          <a:xfrm rot="10800000">
            <a:off x="3193600" y="4733854"/>
            <a:ext cx="392342" cy="363794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3B018F17-186B-5E4F-AFB2-3E191286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5653" y="4733854"/>
            <a:ext cx="4322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</a:t>
            </a:r>
            <a:r>
              <a:rPr lang="es-ES_tradnl" altLang="es-EC" b="1" dirty="0"/>
              <a:t>Derecha - Izquierda</a:t>
            </a:r>
            <a:endParaRPr lang="en-US" altLang="en-US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27FB22F0-FAFC-A946-9F66-2C36BF1B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5653" y="5209843"/>
            <a:ext cx="4754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Se arregla con rotación </a:t>
            </a:r>
            <a:r>
              <a:rPr lang="es-ES_tradnl" altLang="es-EC" b="1" dirty="0"/>
              <a:t>Izquierda - Derecha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816683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ight Arrow 23">
            <a:extLst>
              <a:ext uri="{FF2B5EF4-FFF2-40B4-BE49-F238E27FC236}">
                <a16:creationId xmlns:a16="http://schemas.microsoft.com/office/drawing/2014/main" id="{0D14443D-F670-4949-B7C4-8BD3D88A0705}"/>
              </a:ext>
            </a:extLst>
          </p:cNvPr>
          <p:cNvSpPr/>
          <p:nvPr/>
        </p:nvSpPr>
        <p:spPr bwMode="auto">
          <a:xfrm rot="10800000">
            <a:off x="3193600" y="4733854"/>
            <a:ext cx="392342" cy="363794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3B018F17-186B-5E4F-AFB2-3E191286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5653" y="4733854"/>
            <a:ext cx="4322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</a:t>
            </a:r>
            <a:r>
              <a:rPr lang="es-ES_tradnl" altLang="es-EC" b="1" dirty="0"/>
              <a:t>Derecha - Izquierda</a:t>
            </a:r>
            <a:endParaRPr lang="en-US" altLang="en-US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27FB22F0-FAFC-A946-9F66-2C36BF1B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5653" y="5209843"/>
            <a:ext cx="4754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Se arregla con rotación </a:t>
            </a:r>
            <a:r>
              <a:rPr lang="es-ES_tradnl" altLang="es-EC" b="1" dirty="0"/>
              <a:t>Izquierda - Derecha</a:t>
            </a:r>
            <a:endParaRPr lang="en-US" alt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1C9AF50-AD2C-B94B-BF5E-F76FEB24A754}"/>
              </a:ext>
            </a:extLst>
          </p:cNvPr>
          <p:cNvSpPr/>
          <p:nvPr/>
        </p:nvSpPr>
        <p:spPr bwMode="auto">
          <a:xfrm>
            <a:off x="3356880" y="2982751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647766E-C0F2-334A-B163-B81B0C52C7BD}"/>
              </a:ext>
            </a:extLst>
          </p:cNvPr>
          <p:cNvSpPr/>
          <p:nvPr/>
        </p:nvSpPr>
        <p:spPr bwMode="auto">
          <a:xfrm>
            <a:off x="2837371" y="3697914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329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3">
            <a:extLst>
              <a:ext uri="{FF2B5EF4-FFF2-40B4-BE49-F238E27FC236}">
                <a16:creationId xmlns:a16="http://schemas.microsoft.com/office/drawing/2014/main" id="{3B018F17-186B-5E4F-AFB2-3E191286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567455"/>
            <a:ext cx="4322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</a:t>
            </a:r>
            <a:r>
              <a:rPr lang="es-ES_tradnl" altLang="es-EC" b="1" dirty="0"/>
              <a:t>Derecha - Izquierda</a:t>
            </a:r>
            <a:endParaRPr lang="en-US" altLang="en-US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27FB22F0-FAFC-A946-9F66-2C36BF1B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1043444"/>
            <a:ext cx="4754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Se arregla con rotación </a:t>
            </a:r>
            <a:r>
              <a:rPr lang="es-ES_tradnl" altLang="es-EC" b="1" dirty="0"/>
              <a:t>Izquierda - Derecha</a:t>
            </a:r>
            <a:endParaRPr lang="en-US" alt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1C9AF50-AD2C-B94B-BF5E-F76FEB24A754}"/>
              </a:ext>
            </a:extLst>
          </p:cNvPr>
          <p:cNvSpPr/>
          <p:nvPr/>
        </p:nvSpPr>
        <p:spPr bwMode="auto">
          <a:xfrm>
            <a:off x="3356880" y="2982751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647766E-C0F2-334A-B163-B81B0C52C7BD}"/>
              </a:ext>
            </a:extLst>
          </p:cNvPr>
          <p:cNvSpPr/>
          <p:nvPr/>
        </p:nvSpPr>
        <p:spPr bwMode="auto">
          <a:xfrm>
            <a:off x="2837371" y="3697914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373759B3-7CB1-BB4B-9C73-B0E94C1BE65C}"/>
              </a:ext>
            </a:extLst>
          </p:cNvPr>
          <p:cNvSpPr/>
          <p:nvPr/>
        </p:nvSpPr>
        <p:spPr bwMode="auto">
          <a:xfrm rot="3739164" flipH="1">
            <a:off x="2355256" y="3053596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D2C50A2-00F3-AC48-9C58-4317F0FF4772}"/>
              </a:ext>
            </a:extLst>
          </p:cNvPr>
          <p:cNvSpPr/>
          <p:nvPr/>
        </p:nvSpPr>
        <p:spPr bwMode="auto">
          <a:xfrm rot="17860836">
            <a:off x="2940299" y="2303031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597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3">
            <a:extLst>
              <a:ext uri="{FF2B5EF4-FFF2-40B4-BE49-F238E27FC236}">
                <a16:creationId xmlns:a16="http://schemas.microsoft.com/office/drawing/2014/main" id="{3B018F17-186B-5E4F-AFB2-3E191286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567455"/>
            <a:ext cx="4322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</a:t>
            </a:r>
            <a:r>
              <a:rPr lang="es-ES_tradnl" altLang="es-EC" b="1" dirty="0"/>
              <a:t>Derecha - Izquierda</a:t>
            </a:r>
            <a:endParaRPr lang="en-US" altLang="en-US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27FB22F0-FAFC-A946-9F66-2C36BF1B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1043444"/>
            <a:ext cx="4754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Se arregla con rotación </a:t>
            </a:r>
            <a:r>
              <a:rPr lang="es-ES_tradnl" altLang="es-EC" b="1" dirty="0"/>
              <a:t>Izquierda - Derecha</a:t>
            </a:r>
            <a:endParaRPr lang="en-US" alt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1C9AF50-AD2C-B94B-BF5E-F76FEB24A754}"/>
              </a:ext>
            </a:extLst>
          </p:cNvPr>
          <p:cNvSpPr/>
          <p:nvPr/>
        </p:nvSpPr>
        <p:spPr bwMode="auto">
          <a:xfrm>
            <a:off x="3356880" y="2982751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647766E-C0F2-334A-B163-B81B0C52C7BD}"/>
              </a:ext>
            </a:extLst>
          </p:cNvPr>
          <p:cNvSpPr/>
          <p:nvPr/>
        </p:nvSpPr>
        <p:spPr bwMode="auto">
          <a:xfrm>
            <a:off x="2837371" y="3697914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373759B3-7CB1-BB4B-9C73-B0E94C1BE65C}"/>
              </a:ext>
            </a:extLst>
          </p:cNvPr>
          <p:cNvSpPr/>
          <p:nvPr/>
        </p:nvSpPr>
        <p:spPr bwMode="auto">
          <a:xfrm rot="3739164" flipH="1">
            <a:off x="2355256" y="3053596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D2C50A2-00F3-AC48-9C58-4317F0FF4772}"/>
              </a:ext>
            </a:extLst>
          </p:cNvPr>
          <p:cNvSpPr/>
          <p:nvPr/>
        </p:nvSpPr>
        <p:spPr bwMode="auto">
          <a:xfrm rot="17860836">
            <a:off x="2940299" y="2303031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DE3BC0E4-724C-2D44-B93A-7452418B3F7B}"/>
              </a:ext>
            </a:extLst>
          </p:cNvPr>
          <p:cNvSpPr/>
          <p:nvPr/>
        </p:nvSpPr>
        <p:spPr bwMode="auto">
          <a:xfrm>
            <a:off x="2567836" y="2311052"/>
            <a:ext cx="1290180" cy="2185792"/>
          </a:xfrm>
          <a:custGeom>
            <a:avLst/>
            <a:gdLst>
              <a:gd name="connsiteX0" fmla="*/ 1290180 w 1290180"/>
              <a:gd name="connsiteY0" fmla="*/ 344466 h 2185792"/>
              <a:gd name="connsiteX1" fmla="*/ 1171183 w 1290180"/>
              <a:gd name="connsiteY1" fmla="*/ 100208 h 2185792"/>
              <a:gd name="connsiteX2" fmla="*/ 933189 w 1290180"/>
              <a:gd name="connsiteY2" fmla="*/ 0 h 2185792"/>
              <a:gd name="connsiteX3" fmla="*/ 682668 w 1290180"/>
              <a:gd name="connsiteY3" fmla="*/ 37578 h 2185792"/>
              <a:gd name="connsiteX4" fmla="*/ 507304 w 1290180"/>
              <a:gd name="connsiteY4" fmla="*/ 237995 h 2185792"/>
              <a:gd name="connsiteX5" fmla="*/ 25052 w 1290180"/>
              <a:gd name="connsiteY5" fmla="*/ 1014608 h 2185792"/>
              <a:gd name="connsiteX6" fmla="*/ 0 w 1290180"/>
              <a:gd name="connsiteY6" fmla="*/ 1152395 h 2185792"/>
              <a:gd name="connsiteX7" fmla="*/ 43841 w 1290180"/>
              <a:gd name="connsiteY7" fmla="*/ 1346548 h 2185792"/>
              <a:gd name="connsiteX8" fmla="*/ 181627 w 1290180"/>
              <a:gd name="connsiteY8" fmla="*/ 1446756 h 2185792"/>
              <a:gd name="connsiteX9" fmla="*/ 288098 w 1290180"/>
              <a:gd name="connsiteY9" fmla="*/ 1659699 h 2185792"/>
              <a:gd name="connsiteX10" fmla="*/ 350728 w 1290180"/>
              <a:gd name="connsiteY10" fmla="*/ 1810011 h 2185792"/>
              <a:gd name="connsiteX11" fmla="*/ 375780 w 1290180"/>
              <a:gd name="connsiteY11" fmla="*/ 1966586 h 2185792"/>
              <a:gd name="connsiteX12" fmla="*/ 450937 w 1290180"/>
              <a:gd name="connsiteY12" fmla="*/ 2091847 h 2185792"/>
              <a:gd name="connsiteX13" fmla="*/ 613775 w 1290180"/>
              <a:gd name="connsiteY13" fmla="*/ 2185792 h 2185792"/>
              <a:gd name="connsiteX14" fmla="*/ 839243 w 1290180"/>
              <a:gd name="connsiteY14" fmla="*/ 2167003 h 2185792"/>
              <a:gd name="connsiteX15" fmla="*/ 989556 w 1290180"/>
              <a:gd name="connsiteY15" fmla="*/ 2041743 h 2185792"/>
              <a:gd name="connsiteX16" fmla="*/ 1058449 w 1290180"/>
              <a:gd name="connsiteY16" fmla="*/ 1897693 h 2185792"/>
              <a:gd name="connsiteX17" fmla="*/ 1027134 w 1290180"/>
              <a:gd name="connsiteY17" fmla="*/ 1734855 h 2185792"/>
              <a:gd name="connsiteX18" fmla="*/ 983293 w 1290180"/>
              <a:gd name="connsiteY18" fmla="*/ 1572016 h 2185792"/>
              <a:gd name="connsiteX19" fmla="*/ 858032 w 1290180"/>
              <a:gd name="connsiteY19" fmla="*/ 1503123 h 2185792"/>
              <a:gd name="connsiteX20" fmla="*/ 789139 w 1290180"/>
              <a:gd name="connsiteY20" fmla="*/ 1515649 h 2185792"/>
              <a:gd name="connsiteX21" fmla="*/ 663879 w 1290180"/>
              <a:gd name="connsiteY21" fmla="*/ 1240077 h 2185792"/>
              <a:gd name="connsiteX22" fmla="*/ 688931 w 1290180"/>
              <a:gd name="connsiteY22" fmla="*/ 1089764 h 2185792"/>
              <a:gd name="connsiteX23" fmla="*/ 638827 w 1290180"/>
              <a:gd name="connsiteY23" fmla="*/ 977030 h 2185792"/>
              <a:gd name="connsiteX24" fmla="*/ 732772 w 1290180"/>
              <a:gd name="connsiteY24" fmla="*/ 782877 h 2185792"/>
              <a:gd name="connsiteX25" fmla="*/ 732772 w 1290180"/>
              <a:gd name="connsiteY25" fmla="*/ 782877 h 2185792"/>
              <a:gd name="connsiteX26" fmla="*/ 1008345 w 1290180"/>
              <a:gd name="connsiteY26" fmla="*/ 720247 h 2185792"/>
              <a:gd name="connsiteX27" fmla="*/ 1158657 w 1290180"/>
              <a:gd name="connsiteY27" fmla="*/ 588723 h 2185792"/>
              <a:gd name="connsiteX28" fmla="*/ 1208761 w 1290180"/>
              <a:gd name="connsiteY28" fmla="*/ 463463 h 2185792"/>
              <a:gd name="connsiteX29" fmla="*/ 1290180 w 1290180"/>
              <a:gd name="connsiteY29" fmla="*/ 344466 h 2185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290180" h="2185792">
                <a:moveTo>
                  <a:pt x="1290180" y="344466"/>
                </a:moveTo>
                <a:lnTo>
                  <a:pt x="1171183" y="100208"/>
                </a:lnTo>
                <a:lnTo>
                  <a:pt x="933189" y="0"/>
                </a:lnTo>
                <a:lnTo>
                  <a:pt x="682668" y="37578"/>
                </a:lnTo>
                <a:lnTo>
                  <a:pt x="507304" y="237995"/>
                </a:lnTo>
                <a:lnTo>
                  <a:pt x="25052" y="1014608"/>
                </a:lnTo>
                <a:lnTo>
                  <a:pt x="0" y="1152395"/>
                </a:lnTo>
                <a:lnTo>
                  <a:pt x="43841" y="1346548"/>
                </a:lnTo>
                <a:lnTo>
                  <a:pt x="181627" y="1446756"/>
                </a:lnTo>
                <a:lnTo>
                  <a:pt x="288098" y="1659699"/>
                </a:lnTo>
                <a:lnTo>
                  <a:pt x="350728" y="1810011"/>
                </a:lnTo>
                <a:lnTo>
                  <a:pt x="375780" y="1966586"/>
                </a:lnTo>
                <a:lnTo>
                  <a:pt x="450937" y="2091847"/>
                </a:lnTo>
                <a:lnTo>
                  <a:pt x="613775" y="2185792"/>
                </a:lnTo>
                <a:lnTo>
                  <a:pt x="839243" y="2167003"/>
                </a:lnTo>
                <a:lnTo>
                  <a:pt x="989556" y="2041743"/>
                </a:lnTo>
                <a:lnTo>
                  <a:pt x="1058449" y="1897693"/>
                </a:lnTo>
                <a:lnTo>
                  <a:pt x="1027134" y="1734855"/>
                </a:lnTo>
                <a:lnTo>
                  <a:pt x="983293" y="1572016"/>
                </a:lnTo>
                <a:lnTo>
                  <a:pt x="858032" y="1503123"/>
                </a:lnTo>
                <a:lnTo>
                  <a:pt x="789139" y="1515649"/>
                </a:lnTo>
                <a:lnTo>
                  <a:pt x="663879" y="1240077"/>
                </a:lnTo>
                <a:lnTo>
                  <a:pt x="688931" y="1089764"/>
                </a:lnTo>
                <a:lnTo>
                  <a:pt x="638827" y="977030"/>
                </a:lnTo>
                <a:lnTo>
                  <a:pt x="732772" y="782877"/>
                </a:lnTo>
                <a:lnTo>
                  <a:pt x="732772" y="782877"/>
                </a:lnTo>
                <a:lnTo>
                  <a:pt x="1008345" y="720247"/>
                </a:lnTo>
                <a:lnTo>
                  <a:pt x="1158657" y="588723"/>
                </a:lnTo>
                <a:lnTo>
                  <a:pt x="1208761" y="463463"/>
                </a:lnTo>
                <a:lnTo>
                  <a:pt x="1290180" y="344466"/>
                </a:lnTo>
                <a:close/>
              </a:path>
            </a:pathLst>
          </a:custGeom>
          <a:solidFill>
            <a:schemeClr val="tx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C09111F-EAA8-734D-A562-DCAEF0290013}"/>
              </a:ext>
            </a:extLst>
          </p:cNvPr>
          <p:cNvGrpSpPr/>
          <p:nvPr/>
        </p:nvGrpSpPr>
        <p:grpSpPr>
          <a:xfrm>
            <a:off x="2408342" y="2255270"/>
            <a:ext cx="1490430" cy="2129255"/>
            <a:chOff x="2555417" y="2407670"/>
            <a:chExt cx="1490430" cy="2129255"/>
          </a:xfrm>
        </p:grpSpPr>
        <p:sp>
          <p:nvSpPr>
            <p:cNvPr id="45" name="Oval 10">
              <a:extLst>
                <a:ext uri="{FF2B5EF4-FFF2-40B4-BE49-F238E27FC236}">
                  <a16:creationId xmlns:a16="http://schemas.microsoft.com/office/drawing/2014/main" id="{DFAF6FEE-B0FE-F54F-B3AC-21F1E428A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000" y="2632169"/>
              <a:ext cx="459657" cy="461639"/>
            </a:xfrm>
            <a:prstGeom prst="ellipse">
              <a:avLst/>
            </a:prstGeom>
            <a:solidFill>
              <a:srgbClr val="FF0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80</a:t>
              </a:r>
            </a:p>
          </p:txBody>
        </p:sp>
        <p:sp>
          <p:nvSpPr>
            <p:cNvPr id="46" name="Oval 11">
              <a:extLst>
                <a:ext uri="{FF2B5EF4-FFF2-40B4-BE49-F238E27FC236}">
                  <a16:creationId xmlns:a16="http://schemas.microsoft.com/office/drawing/2014/main" id="{B98ADA11-3FCA-9B48-B3EF-FDF09E1AF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161" y="33537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50</a:t>
              </a:r>
            </a:p>
          </p:txBody>
        </p:sp>
        <p:sp>
          <p:nvSpPr>
            <p:cNvPr id="47" name="Oval 11">
              <a:extLst>
                <a:ext uri="{FF2B5EF4-FFF2-40B4-BE49-F238E27FC236}">
                  <a16:creationId xmlns:a16="http://schemas.microsoft.com/office/drawing/2014/main" id="{5C7FB901-43BA-9144-8E0F-03ECB6F7F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0059" y="40752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75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DC7EB48-BCAE-9E42-B41D-16034EF442D3}"/>
                </a:ext>
              </a:extLst>
            </p:cNvPr>
            <p:cNvCxnSpPr>
              <a:cxnSpLocks/>
              <a:stCxn id="46" idx="5"/>
              <a:endCxn id="47" idx="0"/>
            </p:cNvCxnSpPr>
            <p:nvPr/>
          </p:nvCxnSpPr>
          <p:spPr bwMode="auto">
            <a:xfrm>
              <a:off x="3214195" y="3747760"/>
              <a:ext cx="186684" cy="327526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3C3A02D-7A35-4944-AD05-B80A991CFF06}"/>
                </a:ext>
              </a:extLst>
            </p:cNvPr>
            <p:cNvCxnSpPr>
              <a:cxnSpLocks/>
              <a:stCxn id="46" idx="7"/>
              <a:endCxn id="45" idx="3"/>
            </p:cNvCxnSpPr>
            <p:nvPr/>
          </p:nvCxnSpPr>
          <p:spPr bwMode="auto">
            <a:xfrm flipV="1">
              <a:off x="3214195" y="3026203"/>
              <a:ext cx="199120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BB66AD4-5A80-524B-9951-E96BBF8A1076}"/>
                </a:ext>
              </a:extLst>
            </p:cNvPr>
            <p:cNvSpPr/>
            <p:nvPr/>
          </p:nvSpPr>
          <p:spPr bwMode="auto">
            <a:xfrm>
              <a:off x="3509280" y="3135151"/>
              <a:ext cx="122418" cy="122418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540A180-C5DA-DB4E-9FBF-870510A80A15}"/>
                </a:ext>
              </a:extLst>
            </p:cNvPr>
            <p:cNvSpPr/>
            <p:nvPr/>
          </p:nvSpPr>
          <p:spPr bwMode="auto">
            <a:xfrm>
              <a:off x="2989771" y="3850314"/>
              <a:ext cx="122418" cy="122418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Arc 51">
              <a:extLst>
                <a:ext uri="{FF2B5EF4-FFF2-40B4-BE49-F238E27FC236}">
                  <a16:creationId xmlns:a16="http://schemas.microsoft.com/office/drawing/2014/main" id="{8E8BB6E5-87CA-CF49-A870-380FB44A491A}"/>
                </a:ext>
              </a:extLst>
            </p:cNvPr>
            <p:cNvSpPr/>
            <p:nvPr/>
          </p:nvSpPr>
          <p:spPr bwMode="auto">
            <a:xfrm rot="3739164" flipH="1">
              <a:off x="2507656" y="3205996"/>
              <a:ext cx="1000909" cy="905387"/>
            </a:xfrm>
            <a:prstGeom prst="arc">
              <a:avLst>
                <a:gd name="adj1" fmla="val 13261507"/>
                <a:gd name="adj2" fmla="val 12907"/>
              </a:avLst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53" name="Arc 52">
              <a:extLst>
                <a:ext uri="{FF2B5EF4-FFF2-40B4-BE49-F238E27FC236}">
                  <a16:creationId xmlns:a16="http://schemas.microsoft.com/office/drawing/2014/main" id="{90071304-C038-6F4F-9BA3-9DC671E37DA2}"/>
                </a:ext>
              </a:extLst>
            </p:cNvPr>
            <p:cNvSpPr/>
            <p:nvPr/>
          </p:nvSpPr>
          <p:spPr bwMode="auto">
            <a:xfrm rot="17860836">
              <a:off x="3092699" y="2455431"/>
              <a:ext cx="1000909" cy="905387"/>
            </a:xfrm>
            <a:prstGeom prst="arc">
              <a:avLst>
                <a:gd name="adj1" fmla="val 13261507"/>
                <a:gd name="adj2" fmla="val 12907"/>
              </a:avLst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3934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22222E-6 L 0.31406 2.22222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9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3">
            <a:extLst>
              <a:ext uri="{FF2B5EF4-FFF2-40B4-BE49-F238E27FC236}">
                <a16:creationId xmlns:a16="http://schemas.microsoft.com/office/drawing/2014/main" id="{3B018F17-186B-5E4F-AFB2-3E191286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567455"/>
            <a:ext cx="4322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</a:t>
            </a:r>
            <a:r>
              <a:rPr lang="es-ES_tradnl" altLang="es-EC" b="1" dirty="0"/>
              <a:t>Derecha - Izquierda</a:t>
            </a:r>
            <a:endParaRPr lang="en-US" altLang="en-US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27FB22F0-FAFC-A946-9F66-2C36BF1B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1043444"/>
            <a:ext cx="4754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Se arregla con rotación </a:t>
            </a:r>
            <a:r>
              <a:rPr lang="es-ES_tradnl" altLang="es-EC" b="1" dirty="0"/>
              <a:t>Izquierda - Derecha</a:t>
            </a:r>
            <a:endParaRPr lang="en-US" alt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1C9AF50-AD2C-B94B-BF5E-F76FEB24A754}"/>
              </a:ext>
            </a:extLst>
          </p:cNvPr>
          <p:cNvSpPr/>
          <p:nvPr/>
        </p:nvSpPr>
        <p:spPr bwMode="auto">
          <a:xfrm>
            <a:off x="3356880" y="2982751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647766E-C0F2-334A-B163-B81B0C52C7BD}"/>
              </a:ext>
            </a:extLst>
          </p:cNvPr>
          <p:cNvSpPr/>
          <p:nvPr/>
        </p:nvSpPr>
        <p:spPr bwMode="auto">
          <a:xfrm>
            <a:off x="2837371" y="3697914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373759B3-7CB1-BB4B-9C73-B0E94C1BE65C}"/>
              </a:ext>
            </a:extLst>
          </p:cNvPr>
          <p:cNvSpPr/>
          <p:nvPr/>
        </p:nvSpPr>
        <p:spPr bwMode="auto">
          <a:xfrm rot="3739164" flipH="1">
            <a:off x="2355256" y="3053596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D2C50A2-00F3-AC48-9C58-4317F0FF4772}"/>
              </a:ext>
            </a:extLst>
          </p:cNvPr>
          <p:cNvSpPr/>
          <p:nvPr/>
        </p:nvSpPr>
        <p:spPr bwMode="auto">
          <a:xfrm rot="17860836">
            <a:off x="2940299" y="2303031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3EB771D-9DDC-9D41-BD9F-53D63479E06C}"/>
              </a:ext>
            </a:extLst>
          </p:cNvPr>
          <p:cNvGrpSpPr/>
          <p:nvPr/>
        </p:nvGrpSpPr>
        <p:grpSpPr>
          <a:xfrm>
            <a:off x="5272714" y="2255270"/>
            <a:ext cx="1490430" cy="2129255"/>
            <a:chOff x="2555417" y="2407670"/>
            <a:chExt cx="1490430" cy="2129255"/>
          </a:xfrm>
        </p:grpSpPr>
        <p:sp>
          <p:nvSpPr>
            <p:cNvPr id="63" name="Oval 10">
              <a:extLst>
                <a:ext uri="{FF2B5EF4-FFF2-40B4-BE49-F238E27FC236}">
                  <a16:creationId xmlns:a16="http://schemas.microsoft.com/office/drawing/2014/main" id="{785C909F-E74C-1046-A9E9-0846C987B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000" y="2632169"/>
              <a:ext cx="459657" cy="461639"/>
            </a:xfrm>
            <a:prstGeom prst="ellipse">
              <a:avLst/>
            </a:prstGeom>
            <a:solidFill>
              <a:srgbClr val="FF0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80</a:t>
              </a:r>
            </a:p>
          </p:txBody>
        </p:sp>
        <p:sp>
          <p:nvSpPr>
            <p:cNvPr id="64" name="Oval 11">
              <a:extLst>
                <a:ext uri="{FF2B5EF4-FFF2-40B4-BE49-F238E27FC236}">
                  <a16:creationId xmlns:a16="http://schemas.microsoft.com/office/drawing/2014/main" id="{FF0B559F-EA5D-AF4C-9B4D-179C11EAB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161" y="33537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50</a:t>
              </a:r>
            </a:p>
          </p:txBody>
        </p: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60096FD9-63A3-7B40-A0D3-44E33C33E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0059" y="40752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75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8B8023C-FCEA-1C4C-82DE-80DBB05879C2}"/>
                </a:ext>
              </a:extLst>
            </p:cNvPr>
            <p:cNvCxnSpPr>
              <a:cxnSpLocks/>
              <a:stCxn id="64" idx="5"/>
              <a:endCxn id="65" idx="0"/>
            </p:cNvCxnSpPr>
            <p:nvPr/>
          </p:nvCxnSpPr>
          <p:spPr bwMode="auto">
            <a:xfrm>
              <a:off x="3214195" y="3747760"/>
              <a:ext cx="186684" cy="327526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DA27291-B5A1-0B40-B189-3F42C04CD27D}"/>
                </a:ext>
              </a:extLst>
            </p:cNvPr>
            <p:cNvCxnSpPr>
              <a:cxnSpLocks/>
              <a:stCxn id="64" idx="7"/>
              <a:endCxn id="63" idx="3"/>
            </p:cNvCxnSpPr>
            <p:nvPr/>
          </p:nvCxnSpPr>
          <p:spPr bwMode="auto">
            <a:xfrm flipV="1">
              <a:off x="3214195" y="3026203"/>
              <a:ext cx="199120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A0309FA6-DF8D-744E-AB95-D35F37C51C2F}"/>
                </a:ext>
              </a:extLst>
            </p:cNvPr>
            <p:cNvSpPr/>
            <p:nvPr/>
          </p:nvSpPr>
          <p:spPr bwMode="auto">
            <a:xfrm>
              <a:off x="3509280" y="3135151"/>
              <a:ext cx="122418" cy="122418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E8140362-1F85-5E46-B263-BA8CB839FE78}"/>
                </a:ext>
              </a:extLst>
            </p:cNvPr>
            <p:cNvSpPr/>
            <p:nvPr/>
          </p:nvSpPr>
          <p:spPr bwMode="auto">
            <a:xfrm>
              <a:off x="2989771" y="3850314"/>
              <a:ext cx="122418" cy="122418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0C87994D-064D-5041-AD33-B1AD001F1F2C}"/>
                </a:ext>
              </a:extLst>
            </p:cNvPr>
            <p:cNvSpPr/>
            <p:nvPr/>
          </p:nvSpPr>
          <p:spPr bwMode="auto">
            <a:xfrm rot="3739164" flipH="1">
              <a:off x="2507656" y="3205996"/>
              <a:ext cx="1000909" cy="905387"/>
            </a:xfrm>
            <a:prstGeom prst="arc">
              <a:avLst>
                <a:gd name="adj1" fmla="val 13261507"/>
                <a:gd name="adj2" fmla="val 12907"/>
              </a:avLst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71" name="Arc 70">
              <a:extLst>
                <a:ext uri="{FF2B5EF4-FFF2-40B4-BE49-F238E27FC236}">
                  <a16:creationId xmlns:a16="http://schemas.microsoft.com/office/drawing/2014/main" id="{B0BA025C-9C03-784C-AF35-BB0D13C59E1C}"/>
                </a:ext>
              </a:extLst>
            </p:cNvPr>
            <p:cNvSpPr/>
            <p:nvPr/>
          </p:nvSpPr>
          <p:spPr bwMode="auto">
            <a:xfrm rot="17860836">
              <a:off x="3092699" y="2455431"/>
              <a:ext cx="1000909" cy="905387"/>
            </a:xfrm>
            <a:prstGeom prst="arc">
              <a:avLst>
                <a:gd name="adj1" fmla="val 13261507"/>
                <a:gd name="adj2" fmla="val 12907"/>
              </a:avLst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3085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3">
            <a:extLst>
              <a:ext uri="{FF2B5EF4-FFF2-40B4-BE49-F238E27FC236}">
                <a16:creationId xmlns:a16="http://schemas.microsoft.com/office/drawing/2014/main" id="{3B018F17-186B-5E4F-AFB2-3E191286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567455"/>
            <a:ext cx="4322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</a:t>
            </a:r>
            <a:r>
              <a:rPr lang="es-ES_tradnl" altLang="es-EC" b="1" dirty="0"/>
              <a:t>Derecha - Izquierda</a:t>
            </a:r>
            <a:endParaRPr lang="en-US" altLang="en-US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27FB22F0-FAFC-A946-9F66-2C36BF1B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1043444"/>
            <a:ext cx="4754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Se arregla con rotación </a:t>
            </a:r>
            <a:r>
              <a:rPr lang="es-ES_tradnl" altLang="es-EC" b="1" dirty="0"/>
              <a:t>Izquierda - Derecha</a:t>
            </a:r>
            <a:endParaRPr lang="en-US" alt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1C9AF50-AD2C-B94B-BF5E-F76FEB24A754}"/>
              </a:ext>
            </a:extLst>
          </p:cNvPr>
          <p:cNvSpPr/>
          <p:nvPr/>
        </p:nvSpPr>
        <p:spPr bwMode="auto">
          <a:xfrm>
            <a:off x="3356880" y="2982751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647766E-C0F2-334A-B163-B81B0C52C7BD}"/>
              </a:ext>
            </a:extLst>
          </p:cNvPr>
          <p:cNvSpPr/>
          <p:nvPr/>
        </p:nvSpPr>
        <p:spPr bwMode="auto">
          <a:xfrm>
            <a:off x="2837371" y="3697914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373759B3-7CB1-BB4B-9C73-B0E94C1BE65C}"/>
              </a:ext>
            </a:extLst>
          </p:cNvPr>
          <p:cNvSpPr/>
          <p:nvPr/>
        </p:nvSpPr>
        <p:spPr bwMode="auto">
          <a:xfrm rot="3739164" flipH="1">
            <a:off x="2355256" y="3053596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D2C50A2-00F3-AC48-9C58-4317F0FF4772}"/>
              </a:ext>
            </a:extLst>
          </p:cNvPr>
          <p:cNvSpPr/>
          <p:nvPr/>
        </p:nvSpPr>
        <p:spPr bwMode="auto">
          <a:xfrm rot="17860836">
            <a:off x="2940299" y="2303031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3EB771D-9DDC-9D41-BD9F-53D63479E06C}"/>
              </a:ext>
            </a:extLst>
          </p:cNvPr>
          <p:cNvGrpSpPr/>
          <p:nvPr/>
        </p:nvGrpSpPr>
        <p:grpSpPr>
          <a:xfrm>
            <a:off x="5272714" y="2255270"/>
            <a:ext cx="1490430" cy="2129255"/>
            <a:chOff x="2555417" y="2407670"/>
            <a:chExt cx="1490430" cy="2129255"/>
          </a:xfrm>
        </p:grpSpPr>
        <p:sp>
          <p:nvSpPr>
            <p:cNvPr id="63" name="Oval 10">
              <a:extLst>
                <a:ext uri="{FF2B5EF4-FFF2-40B4-BE49-F238E27FC236}">
                  <a16:creationId xmlns:a16="http://schemas.microsoft.com/office/drawing/2014/main" id="{785C909F-E74C-1046-A9E9-0846C987B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000" y="2632169"/>
              <a:ext cx="459657" cy="461639"/>
            </a:xfrm>
            <a:prstGeom prst="ellipse">
              <a:avLst/>
            </a:prstGeom>
            <a:solidFill>
              <a:srgbClr val="FF0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80</a:t>
              </a:r>
            </a:p>
          </p:txBody>
        </p:sp>
        <p:sp>
          <p:nvSpPr>
            <p:cNvPr id="64" name="Oval 11">
              <a:extLst>
                <a:ext uri="{FF2B5EF4-FFF2-40B4-BE49-F238E27FC236}">
                  <a16:creationId xmlns:a16="http://schemas.microsoft.com/office/drawing/2014/main" id="{FF0B559F-EA5D-AF4C-9B4D-179C11EAB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161" y="33537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50</a:t>
              </a:r>
            </a:p>
          </p:txBody>
        </p: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60096FD9-63A3-7B40-A0D3-44E33C33E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0059" y="40752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75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8B8023C-FCEA-1C4C-82DE-80DBB05879C2}"/>
                </a:ext>
              </a:extLst>
            </p:cNvPr>
            <p:cNvCxnSpPr>
              <a:cxnSpLocks/>
              <a:stCxn id="64" idx="5"/>
              <a:endCxn id="65" idx="0"/>
            </p:cNvCxnSpPr>
            <p:nvPr/>
          </p:nvCxnSpPr>
          <p:spPr bwMode="auto">
            <a:xfrm>
              <a:off x="3214195" y="3747760"/>
              <a:ext cx="186684" cy="327526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DA27291-B5A1-0B40-B189-3F42C04CD27D}"/>
                </a:ext>
              </a:extLst>
            </p:cNvPr>
            <p:cNvCxnSpPr>
              <a:cxnSpLocks/>
              <a:stCxn id="64" idx="7"/>
              <a:endCxn id="63" idx="3"/>
            </p:cNvCxnSpPr>
            <p:nvPr/>
          </p:nvCxnSpPr>
          <p:spPr bwMode="auto">
            <a:xfrm flipV="1">
              <a:off x="3214195" y="3026203"/>
              <a:ext cx="199120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A0309FA6-DF8D-744E-AB95-D35F37C51C2F}"/>
                </a:ext>
              </a:extLst>
            </p:cNvPr>
            <p:cNvSpPr/>
            <p:nvPr/>
          </p:nvSpPr>
          <p:spPr bwMode="auto">
            <a:xfrm>
              <a:off x="3509280" y="3135151"/>
              <a:ext cx="122418" cy="122418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E8140362-1F85-5E46-B263-BA8CB839FE78}"/>
                </a:ext>
              </a:extLst>
            </p:cNvPr>
            <p:cNvSpPr/>
            <p:nvPr/>
          </p:nvSpPr>
          <p:spPr bwMode="auto">
            <a:xfrm>
              <a:off x="2989771" y="3850314"/>
              <a:ext cx="122418" cy="122418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0C87994D-064D-5041-AD33-B1AD001F1F2C}"/>
                </a:ext>
              </a:extLst>
            </p:cNvPr>
            <p:cNvSpPr/>
            <p:nvPr/>
          </p:nvSpPr>
          <p:spPr bwMode="auto">
            <a:xfrm rot="3739164" flipH="1">
              <a:off x="2507656" y="3205996"/>
              <a:ext cx="1000909" cy="905387"/>
            </a:xfrm>
            <a:prstGeom prst="arc">
              <a:avLst>
                <a:gd name="adj1" fmla="val 13261507"/>
                <a:gd name="adj2" fmla="val 12907"/>
              </a:avLst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71" name="Arc 70">
              <a:extLst>
                <a:ext uri="{FF2B5EF4-FFF2-40B4-BE49-F238E27FC236}">
                  <a16:creationId xmlns:a16="http://schemas.microsoft.com/office/drawing/2014/main" id="{B0BA025C-9C03-784C-AF35-BB0D13C59E1C}"/>
                </a:ext>
              </a:extLst>
            </p:cNvPr>
            <p:cNvSpPr/>
            <p:nvPr/>
          </p:nvSpPr>
          <p:spPr bwMode="auto">
            <a:xfrm rot="17860836">
              <a:off x="3092699" y="2455431"/>
              <a:ext cx="1000909" cy="905387"/>
            </a:xfrm>
            <a:prstGeom prst="arc">
              <a:avLst>
                <a:gd name="adj1" fmla="val 13261507"/>
                <a:gd name="adj2" fmla="val 12907"/>
              </a:avLst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750642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3">
            <a:extLst>
              <a:ext uri="{FF2B5EF4-FFF2-40B4-BE49-F238E27FC236}">
                <a16:creationId xmlns:a16="http://schemas.microsoft.com/office/drawing/2014/main" id="{3B018F17-186B-5E4F-AFB2-3E191286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567455"/>
            <a:ext cx="4322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</a:t>
            </a:r>
            <a:r>
              <a:rPr lang="es-ES_tradnl" altLang="es-EC" b="1" dirty="0"/>
              <a:t>Derecha - Izquierda</a:t>
            </a:r>
            <a:endParaRPr lang="en-US" altLang="en-US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27FB22F0-FAFC-A946-9F66-2C36BF1B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1043444"/>
            <a:ext cx="4754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Se arregla con rotación </a:t>
            </a:r>
            <a:r>
              <a:rPr lang="es-ES_tradnl" altLang="es-EC" b="1" dirty="0"/>
              <a:t>Izquierda - Derecha</a:t>
            </a:r>
            <a:endParaRPr lang="en-US" alt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1C9AF50-AD2C-B94B-BF5E-F76FEB24A754}"/>
              </a:ext>
            </a:extLst>
          </p:cNvPr>
          <p:cNvSpPr/>
          <p:nvPr/>
        </p:nvSpPr>
        <p:spPr bwMode="auto">
          <a:xfrm>
            <a:off x="3356880" y="2982751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647766E-C0F2-334A-B163-B81B0C52C7BD}"/>
              </a:ext>
            </a:extLst>
          </p:cNvPr>
          <p:cNvSpPr/>
          <p:nvPr/>
        </p:nvSpPr>
        <p:spPr bwMode="auto">
          <a:xfrm>
            <a:off x="2837371" y="3697914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373759B3-7CB1-BB4B-9C73-B0E94C1BE65C}"/>
              </a:ext>
            </a:extLst>
          </p:cNvPr>
          <p:cNvSpPr/>
          <p:nvPr/>
        </p:nvSpPr>
        <p:spPr bwMode="auto">
          <a:xfrm rot="3739164" flipH="1">
            <a:off x="2355256" y="3053596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D2C50A2-00F3-AC48-9C58-4317F0FF4772}"/>
              </a:ext>
            </a:extLst>
          </p:cNvPr>
          <p:cNvSpPr/>
          <p:nvPr/>
        </p:nvSpPr>
        <p:spPr bwMode="auto">
          <a:xfrm rot="17860836">
            <a:off x="2940299" y="2303031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3EB771D-9DDC-9D41-BD9F-53D63479E06C}"/>
              </a:ext>
            </a:extLst>
          </p:cNvPr>
          <p:cNvGrpSpPr/>
          <p:nvPr/>
        </p:nvGrpSpPr>
        <p:grpSpPr>
          <a:xfrm>
            <a:off x="5272714" y="2479769"/>
            <a:ext cx="1250240" cy="1904756"/>
            <a:chOff x="2555417" y="2632169"/>
            <a:chExt cx="1250240" cy="1904756"/>
          </a:xfrm>
        </p:grpSpPr>
        <p:sp>
          <p:nvSpPr>
            <p:cNvPr id="63" name="Oval 10">
              <a:extLst>
                <a:ext uri="{FF2B5EF4-FFF2-40B4-BE49-F238E27FC236}">
                  <a16:creationId xmlns:a16="http://schemas.microsoft.com/office/drawing/2014/main" id="{785C909F-E74C-1046-A9E9-0846C987B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000" y="2632169"/>
              <a:ext cx="459657" cy="461639"/>
            </a:xfrm>
            <a:prstGeom prst="ellipse">
              <a:avLst/>
            </a:prstGeom>
            <a:solidFill>
              <a:srgbClr val="FF0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80</a:t>
              </a:r>
            </a:p>
          </p:txBody>
        </p:sp>
        <p:sp>
          <p:nvSpPr>
            <p:cNvPr id="64" name="Oval 11">
              <a:extLst>
                <a:ext uri="{FF2B5EF4-FFF2-40B4-BE49-F238E27FC236}">
                  <a16:creationId xmlns:a16="http://schemas.microsoft.com/office/drawing/2014/main" id="{FF0B559F-EA5D-AF4C-9B4D-179C11EAB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161" y="33537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50</a:t>
              </a:r>
            </a:p>
          </p:txBody>
        </p: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60096FD9-63A3-7B40-A0D3-44E33C33E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0059" y="40752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75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8B8023C-FCEA-1C4C-82DE-80DBB05879C2}"/>
                </a:ext>
              </a:extLst>
            </p:cNvPr>
            <p:cNvCxnSpPr>
              <a:cxnSpLocks/>
              <a:stCxn id="64" idx="5"/>
              <a:endCxn id="65" idx="0"/>
            </p:cNvCxnSpPr>
            <p:nvPr/>
          </p:nvCxnSpPr>
          <p:spPr bwMode="auto">
            <a:xfrm>
              <a:off x="3214195" y="3747760"/>
              <a:ext cx="186684" cy="327526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DA27291-B5A1-0B40-B189-3F42C04CD27D}"/>
                </a:ext>
              </a:extLst>
            </p:cNvPr>
            <p:cNvCxnSpPr>
              <a:cxnSpLocks/>
              <a:stCxn id="64" idx="7"/>
              <a:endCxn id="63" idx="3"/>
            </p:cNvCxnSpPr>
            <p:nvPr/>
          </p:nvCxnSpPr>
          <p:spPr bwMode="auto">
            <a:xfrm flipV="1">
              <a:off x="3214195" y="3026203"/>
              <a:ext cx="199120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E8140362-1F85-5E46-B263-BA8CB839FE78}"/>
                </a:ext>
              </a:extLst>
            </p:cNvPr>
            <p:cNvSpPr/>
            <p:nvPr/>
          </p:nvSpPr>
          <p:spPr bwMode="auto">
            <a:xfrm>
              <a:off x="2989771" y="3850314"/>
              <a:ext cx="122418" cy="122418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0C87994D-064D-5041-AD33-B1AD001F1F2C}"/>
                </a:ext>
              </a:extLst>
            </p:cNvPr>
            <p:cNvSpPr/>
            <p:nvPr/>
          </p:nvSpPr>
          <p:spPr bwMode="auto">
            <a:xfrm rot="3739164" flipH="1">
              <a:off x="2507656" y="3205996"/>
              <a:ext cx="1000909" cy="905387"/>
            </a:xfrm>
            <a:prstGeom prst="arc">
              <a:avLst>
                <a:gd name="adj1" fmla="val 13261507"/>
                <a:gd name="adj2" fmla="val 12907"/>
              </a:avLst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084227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3">
            <a:extLst>
              <a:ext uri="{FF2B5EF4-FFF2-40B4-BE49-F238E27FC236}">
                <a16:creationId xmlns:a16="http://schemas.microsoft.com/office/drawing/2014/main" id="{3B018F17-186B-5E4F-AFB2-3E191286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567455"/>
            <a:ext cx="4322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</a:t>
            </a:r>
            <a:r>
              <a:rPr lang="es-ES_tradnl" altLang="es-EC" b="1" dirty="0"/>
              <a:t>Derecha - Izquierda</a:t>
            </a:r>
            <a:endParaRPr lang="en-US" altLang="en-US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27FB22F0-FAFC-A946-9F66-2C36BF1B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1043444"/>
            <a:ext cx="4754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Se arregla con rotación </a:t>
            </a:r>
            <a:r>
              <a:rPr lang="es-ES_tradnl" altLang="es-EC" b="1" dirty="0"/>
              <a:t>Izquierda - Derecha</a:t>
            </a:r>
            <a:endParaRPr lang="en-US" alt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1C9AF50-AD2C-B94B-BF5E-F76FEB24A754}"/>
              </a:ext>
            </a:extLst>
          </p:cNvPr>
          <p:cNvSpPr/>
          <p:nvPr/>
        </p:nvSpPr>
        <p:spPr bwMode="auto">
          <a:xfrm>
            <a:off x="3356880" y="2982751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647766E-C0F2-334A-B163-B81B0C52C7BD}"/>
              </a:ext>
            </a:extLst>
          </p:cNvPr>
          <p:cNvSpPr/>
          <p:nvPr/>
        </p:nvSpPr>
        <p:spPr bwMode="auto">
          <a:xfrm>
            <a:off x="2837371" y="3697914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373759B3-7CB1-BB4B-9C73-B0E94C1BE65C}"/>
              </a:ext>
            </a:extLst>
          </p:cNvPr>
          <p:cNvSpPr/>
          <p:nvPr/>
        </p:nvSpPr>
        <p:spPr bwMode="auto">
          <a:xfrm rot="3739164" flipH="1">
            <a:off x="2355256" y="3053596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D2C50A2-00F3-AC48-9C58-4317F0FF4772}"/>
              </a:ext>
            </a:extLst>
          </p:cNvPr>
          <p:cNvSpPr/>
          <p:nvPr/>
        </p:nvSpPr>
        <p:spPr bwMode="auto">
          <a:xfrm rot="17860836">
            <a:off x="2940299" y="2303031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3EB771D-9DDC-9D41-BD9F-53D63479E06C}"/>
              </a:ext>
            </a:extLst>
          </p:cNvPr>
          <p:cNvGrpSpPr/>
          <p:nvPr/>
        </p:nvGrpSpPr>
        <p:grpSpPr>
          <a:xfrm>
            <a:off x="5125372" y="2479769"/>
            <a:ext cx="1397582" cy="1904756"/>
            <a:chOff x="2408075" y="2632169"/>
            <a:chExt cx="1397582" cy="1904756"/>
          </a:xfrm>
        </p:grpSpPr>
        <p:sp>
          <p:nvSpPr>
            <p:cNvPr id="63" name="Oval 10">
              <a:extLst>
                <a:ext uri="{FF2B5EF4-FFF2-40B4-BE49-F238E27FC236}">
                  <a16:creationId xmlns:a16="http://schemas.microsoft.com/office/drawing/2014/main" id="{785C909F-E74C-1046-A9E9-0846C987B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000" y="2632169"/>
              <a:ext cx="459657" cy="461639"/>
            </a:xfrm>
            <a:prstGeom prst="ellipse">
              <a:avLst/>
            </a:prstGeom>
            <a:solidFill>
              <a:srgbClr val="FF0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80</a:t>
              </a:r>
            </a:p>
          </p:txBody>
        </p:sp>
        <p:sp>
          <p:nvSpPr>
            <p:cNvPr id="64" name="Oval 11">
              <a:extLst>
                <a:ext uri="{FF2B5EF4-FFF2-40B4-BE49-F238E27FC236}">
                  <a16:creationId xmlns:a16="http://schemas.microsoft.com/office/drawing/2014/main" id="{FF0B559F-EA5D-AF4C-9B4D-179C11EAB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161" y="33537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75</a:t>
              </a:r>
            </a:p>
          </p:txBody>
        </p: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60096FD9-63A3-7B40-A0D3-44E33C33E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8075" y="40752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50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8B8023C-FCEA-1C4C-82DE-80DBB05879C2}"/>
                </a:ext>
              </a:extLst>
            </p:cNvPr>
            <p:cNvCxnSpPr>
              <a:cxnSpLocks/>
              <a:stCxn id="64" idx="3"/>
              <a:endCxn id="65" idx="0"/>
            </p:cNvCxnSpPr>
            <p:nvPr/>
          </p:nvCxnSpPr>
          <p:spPr bwMode="auto">
            <a:xfrm flipH="1">
              <a:off x="2638895" y="3747760"/>
              <a:ext cx="248871" cy="327526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DA27291-B5A1-0B40-B189-3F42C04CD27D}"/>
                </a:ext>
              </a:extLst>
            </p:cNvPr>
            <p:cNvCxnSpPr>
              <a:cxnSpLocks/>
              <a:stCxn id="64" idx="7"/>
              <a:endCxn id="63" idx="3"/>
            </p:cNvCxnSpPr>
            <p:nvPr/>
          </p:nvCxnSpPr>
          <p:spPr bwMode="auto">
            <a:xfrm flipV="1">
              <a:off x="3214195" y="3026203"/>
              <a:ext cx="199120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E8140362-1F85-5E46-B263-BA8CB839FE78}"/>
                </a:ext>
              </a:extLst>
            </p:cNvPr>
            <p:cNvSpPr/>
            <p:nvPr/>
          </p:nvSpPr>
          <p:spPr bwMode="auto">
            <a:xfrm>
              <a:off x="2989771" y="3850314"/>
              <a:ext cx="122418" cy="122418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0C87994D-064D-5041-AD33-B1AD001F1F2C}"/>
                </a:ext>
              </a:extLst>
            </p:cNvPr>
            <p:cNvSpPr/>
            <p:nvPr/>
          </p:nvSpPr>
          <p:spPr bwMode="auto">
            <a:xfrm rot="3739164" flipH="1">
              <a:off x="2507656" y="3205996"/>
              <a:ext cx="1000909" cy="905387"/>
            </a:xfrm>
            <a:prstGeom prst="arc">
              <a:avLst>
                <a:gd name="adj1" fmla="val 13261507"/>
                <a:gd name="adj2" fmla="val 12907"/>
              </a:avLst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59164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3">
            <a:extLst>
              <a:ext uri="{FF2B5EF4-FFF2-40B4-BE49-F238E27FC236}">
                <a16:creationId xmlns:a16="http://schemas.microsoft.com/office/drawing/2014/main" id="{3B018F17-186B-5E4F-AFB2-3E191286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567455"/>
            <a:ext cx="4322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</a:t>
            </a:r>
            <a:r>
              <a:rPr lang="es-ES_tradnl" altLang="es-EC" b="1" dirty="0"/>
              <a:t>Derecha - Izquierda</a:t>
            </a:r>
            <a:endParaRPr lang="en-US" altLang="en-US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27FB22F0-FAFC-A946-9F66-2C36BF1B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1043444"/>
            <a:ext cx="4754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Se arregla con rotación </a:t>
            </a:r>
            <a:r>
              <a:rPr lang="es-ES_tradnl" altLang="es-EC" b="1" dirty="0"/>
              <a:t>Izquierda - Derecha</a:t>
            </a:r>
            <a:endParaRPr lang="en-US" alt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1C9AF50-AD2C-B94B-BF5E-F76FEB24A754}"/>
              </a:ext>
            </a:extLst>
          </p:cNvPr>
          <p:cNvSpPr/>
          <p:nvPr/>
        </p:nvSpPr>
        <p:spPr bwMode="auto">
          <a:xfrm>
            <a:off x="3356880" y="2982751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647766E-C0F2-334A-B163-B81B0C52C7BD}"/>
              </a:ext>
            </a:extLst>
          </p:cNvPr>
          <p:cNvSpPr/>
          <p:nvPr/>
        </p:nvSpPr>
        <p:spPr bwMode="auto">
          <a:xfrm>
            <a:off x="2837371" y="3697914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373759B3-7CB1-BB4B-9C73-B0E94C1BE65C}"/>
              </a:ext>
            </a:extLst>
          </p:cNvPr>
          <p:cNvSpPr/>
          <p:nvPr/>
        </p:nvSpPr>
        <p:spPr bwMode="auto">
          <a:xfrm rot="3739164" flipH="1">
            <a:off x="2355256" y="3053596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D2C50A2-00F3-AC48-9C58-4317F0FF4772}"/>
              </a:ext>
            </a:extLst>
          </p:cNvPr>
          <p:cNvSpPr/>
          <p:nvPr/>
        </p:nvSpPr>
        <p:spPr bwMode="auto">
          <a:xfrm rot="17860836">
            <a:off x="2940299" y="2303031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3EB771D-9DDC-9D41-BD9F-53D63479E06C}"/>
              </a:ext>
            </a:extLst>
          </p:cNvPr>
          <p:cNvGrpSpPr/>
          <p:nvPr/>
        </p:nvGrpSpPr>
        <p:grpSpPr>
          <a:xfrm>
            <a:off x="5125372" y="2479769"/>
            <a:ext cx="1397582" cy="1904756"/>
            <a:chOff x="2408075" y="2632169"/>
            <a:chExt cx="1397582" cy="1904756"/>
          </a:xfrm>
        </p:grpSpPr>
        <p:sp>
          <p:nvSpPr>
            <p:cNvPr id="63" name="Oval 10">
              <a:extLst>
                <a:ext uri="{FF2B5EF4-FFF2-40B4-BE49-F238E27FC236}">
                  <a16:creationId xmlns:a16="http://schemas.microsoft.com/office/drawing/2014/main" id="{785C909F-E74C-1046-A9E9-0846C987B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000" y="2632169"/>
              <a:ext cx="459657" cy="461639"/>
            </a:xfrm>
            <a:prstGeom prst="ellipse">
              <a:avLst/>
            </a:prstGeom>
            <a:solidFill>
              <a:srgbClr val="FF0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80</a:t>
              </a:r>
            </a:p>
          </p:txBody>
        </p:sp>
        <p:sp>
          <p:nvSpPr>
            <p:cNvPr id="64" name="Oval 11">
              <a:extLst>
                <a:ext uri="{FF2B5EF4-FFF2-40B4-BE49-F238E27FC236}">
                  <a16:creationId xmlns:a16="http://schemas.microsoft.com/office/drawing/2014/main" id="{FF0B559F-EA5D-AF4C-9B4D-179C11EAB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161" y="33537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75</a:t>
              </a:r>
            </a:p>
          </p:txBody>
        </p: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60096FD9-63A3-7B40-A0D3-44E33C33E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8075" y="40752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50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8B8023C-FCEA-1C4C-82DE-80DBB05879C2}"/>
                </a:ext>
              </a:extLst>
            </p:cNvPr>
            <p:cNvCxnSpPr>
              <a:cxnSpLocks/>
              <a:stCxn id="64" idx="3"/>
              <a:endCxn id="65" idx="0"/>
            </p:cNvCxnSpPr>
            <p:nvPr/>
          </p:nvCxnSpPr>
          <p:spPr bwMode="auto">
            <a:xfrm flipH="1">
              <a:off x="2638895" y="3747760"/>
              <a:ext cx="248871" cy="327526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DA27291-B5A1-0B40-B189-3F42C04CD27D}"/>
                </a:ext>
              </a:extLst>
            </p:cNvPr>
            <p:cNvCxnSpPr>
              <a:cxnSpLocks/>
              <a:stCxn id="64" idx="7"/>
              <a:endCxn id="63" idx="3"/>
            </p:cNvCxnSpPr>
            <p:nvPr/>
          </p:nvCxnSpPr>
          <p:spPr bwMode="auto">
            <a:xfrm flipV="1">
              <a:off x="3214195" y="3026203"/>
              <a:ext cx="199120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2EDB3A55-C7AD-3A4F-89BE-ED367AFCAC7E}"/>
              </a:ext>
            </a:extLst>
          </p:cNvPr>
          <p:cNvSpPr/>
          <p:nvPr/>
        </p:nvSpPr>
        <p:spPr bwMode="auto">
          <a:xfrm>
            <a:off x="6226577" y="2982751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E44CECF-C51D-8A43-AEF0-C6F8291289FE}"/>
              </a:ext>
            </a:extLst>
          </p:cNvPr>
          <p:cNvSpPr/>
          <p:nvPr/>
        </p:nvSpPr>
        <p:spPr bwMode="auto">
          <a:xfrm rot="17860836">
            <a:off x="5809996" y="2303031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7437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3">
            <a:extLst>
              <a:ext uri="{FF2B5EF4-FFF2-40B4-BE49-F238E27FC236}">
                <a16:creationId xmlns:a16="http://schemas.microsoft.com/office/drawing/2014/main" id="{3B018F17-186B-5E4F-AFB2-3E191286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567455"/>
            <a:ext cx="4322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</a:t>
            </a:r>
            <a:r>
              <a:rPr lang="es-ES_tradnl" altLang="es-EC" b="1" dirty="0"/>
              <a:t>Derecha - Izquierda</a:t>
            </a:r>
            <a:endParaRPr lang="en-US" altLang="en-US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27FB22F0-FAFC-A946-9F66-2C36BF1B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1043444"/>
            <a:ext cx="4754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Se arregla con rotación </a:t>
            </a:r>
            <a:r>
              <a:rPr lang="es-ES_tradnl" altLang="es-EC" b="1" dirty="0"/>
              <a:t>Izquierda - Derecha</a:t>
            </a:r>
            <a:endParaRPr lang="en-US" alt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1C9AF50-AD2C-B94B-BF5E-F76FEB24A754}"/>
              </a:ext>
            </a:extLst>
          </p:cNvPr>
          <p:cNvSpPr/>
          <p:nvPr/>
        </p:nvSpPr>
        <p:spPr bwMode="auto">
          <a:xfrm>
            <a:off x="3356880" y="2982751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647766E-C0F2-334A-B163-B81B0C52C7BD}"/>
              </a:ext>
            </a:extLst>
          </p:cNvPr>
          <p:cNvSpPr/>
          <p:nvPr/>
        </p:nvSpPr>
        <p:spPr bwMode="auto">
          <a:xfrm>
            <a:off x="2837371" y="3697914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373759B3-7CB1-BB4B-9C73-B0E94C1BE65C}"/>
              </a:ext>
            </a:extLst>
          </p:cNvPr>
          <p:cNvSpPr/>
          <p:nvPr/>
        </p:nvSpPr>
        <p:spPr bwMode="auto">
          <a:xfrm rot="3739164" flipH="1">
            <a:off x="2355256" y="3053596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D2C50A2-00F3-AC48-9C58-4317F0FF4772}"/>
              </a:ext>
            </a:extLst>
          </p:cNvPr>
          <p:cNvSpPr/>
          <p:nvPr/>
        </p:nvSpPr>
        <p:spPr bwMode="auto">
          <a:xfrm rot="17860836">
            <a:off x="2940299" y="2303031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3EB771D-9DDC-9D41-BD9F-53D63479E06C}"/>
              </a:ext>
            </a:extLst>
          </p:cNvPr>
          <p:cNvGrpSpPr/>
          <p:nvPr/>
        </p:nvGrpSpPr>
        <p:grpSpPr>
          <a:xfrm>
            <a:off x="5537458" y="2479769"/>
            <a:ext cx="1447135" cy="1180050"/>
            <a:chOff x="2820161" y="2632169"/>
            <a:chExt cx="1447135" cy="1180050"/>
          </a:xfrm>
        </p:grpSpPr>
        <p:sp>
          <p:nvSpPr>
            <p:cNvPr id="63" name="Oval 10">
              <a:extLst>
                <a:ext uri="{FF2B5EF4-FFF2-40B4-BE49-F238E27FC236}">
                  <a16:creationId xmlns:a16="http://schemas.microsoft.com/office/drawing/2014/main" id="{785C909F-E74C-1046-A9E9-0846C987B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000" y="2632169"/>
              <a:ext cx="459657" cy="461639"/>
            </a:xfrm>
            <a:prstGeom prst="ellipse">
              <a:avLst/>
            </a:prstGeom>
            <a:solidFill>
              <a:srgbClr val="FF0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75</a:t>
              </a:r>
            </a:p>
          </p:txBody>
        </p:sp>
        <p:sp>
          <p:nvSpPr>
            <p:cNvPr id="64" name="Oval 11">
              <a:extLst>
                <a:ext uri="{FF2B5EF4-FFF2-40B4-BE49-F238E27FC236}">
                  <a16:creationId xmlns:a16="http://schemas.microsoft.com/office/drawing/2014/main" id="{FF0B559F-EA5D-AF4C-9B4D-179C11EAB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161" y="335058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50</a:t>
              </a:r>
            </a:p>
          </p:txBody>
        </p: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60096FD9-63A3-7B40-A0D3-44E33C33E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5657" y="335058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80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8B8023C-FCEA-1C4C-82DE-80DBB05879C2}"/>
                </a:ext>
              </a:extLst>
            </p:cNvPr>
            <p:cNvCxnSpPr>
              <a:cxnSpLocks/>
              <a:stCxn id="63" idx="5"/>
              <a:endCxn id="65" idx="1"/>
            </p:cNvCxnSpPr>
            <p:nvPr/>
          </p:nvCxnSpPr>
          <p:spPr bwMode="auto">
            <a:xfrm>
              <a:off x="3738342" y="3026203"/>
              <a:ext cx="134920" cy="39198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DA27291-B5A1-0B40-B189-3F42C04CD27D}"/>
                </a:ext>
              </a:extLst>
            </p:cNvPr>
            <p:cNvCxnSpPr>
              <a:cxnSpLocks/>
              <a:stCxn id="64" idx="7"/>
              <a:endCxn id="63" idx="3"/>
            </p:cNvCxnSpPr>
            <p:nvPr/>
          </p:nvCxnSpPr>
          <p:spPr bwMode="auto">
            <a:xfrm flipV="1">
              <a:off x="3214195" y="3026203"/>
              <a:ext cx="199120" cy="39198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2EDB3A55-C7AD-3A4F-89BE-ED367AFCAC7E}"/>
              </a:ext>
            </a:extLst>
          </p:cNvPr>
          <p:cNvSpPr/>
          <p:nvPr/>
        </p:nvSpPr>
        <p:spPr bwMode="auto">
          <a:xfrm>
            <a:off x="6226577" y="2982751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E44CECF-C51D-8A43-AEF0-C6F8291289FE}"/>
              </a:ext>
            </a:extLst>
          </p:cNvPr>
          <p:cNvSpPr/>
          <p:nvPr/>
        </p:nvSpPr>
        <p:spPr bwMode="auto">
          <a:xfrm rot="17860836">
            <a:off x="5809996" y="2303031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9346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3">
            <a:extLst>
              <a:ext uri="{FF2B5EF4-FFF2-40B4-BE49-F238E27FC236}">
                <a16:creationId xmlns:a16="http://schemas.microsoft.com/office/drawing/2014/main" id="{3B018F17-186B-5E4F-AFB2-3E191286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567455"/>
            <a:ext cx="4322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</a:t>
            </a:r>
            <a:r>
              <a:rPr lang="es-ES_tradnl" altLang="es-EC" b="1" dirty="0"/>
              <a:t>Derecha - Izquierda</a:t>
            </a:r>
            <a:endParaRPr lang="en-US" altLang="en-US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27FB22F0-FAFC-A946-9F66-2C36BF1B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1043444"/>
            <a:ext cx="4754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Se arregla con rotación </a:t>
            </a:r>
            <a:r>
              <a:rPr lang="es-ES_tradnl" altLang="es-EC" b="1" dirty="0"/>
              <a:t>Izquierda - Derecha</a:t>
            </a:r>
            <a:endParaRPr lang="en-US" alt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1C9AF50-AD2C-B94B-BF5E-F76FEB24A754}"/>
              </a:ext>
            </a:extLst>
          </p:cNvPr>
          <p:cNvSpPr/>
          <p:nvPr/>
        </p:nvSpPr>
        <p:spPr bwMode="auto">
          <a:xfrm>
            <a:off x="3356880" y="2982751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647766E-C0F2-334A-B163-B81B0C52C7BD}"/>
              </a:ext>
            </a:extLst>
          </p:cNvPr>
          <p:cNvSpPr/>
          <p:nvPr/>
        </p:nvSpPr>
        <p:spPr bwMode="auto">
          <a:xfrm>
            <a:off x="2837371" y="3697914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373759B3-7CB1-BB4B-9C73-B0E94C1BE65C}"/>
              </a:ext>
            </a:extLst>
          </p:cNvPr>
          <p:cNvSpPr/>
          <p:nvPr/>
        </p:nvSpPr>
        <p:spPr bwMode="auto">
          <a:xfrm rot="3739164" flipH="1">
            <a:off x="2355256" y="3053596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D2C50A2-00F3-AC48-9C58-4317F0FF4772}"/>
              </a:ext>
            </a:extLst>
          </p:cNvPr>
          <p:cNvSpPr/>
          <p:nvPr/>
        </p:nvSpPr>
        <p:spPr bwMode="auto">
          <a:xfrm rot="17860836">
            <a:off x="2940299" y="2303031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3EB771D-9DDC-9D41-BD9F-53D63479E06C}"/>
              </a:ext>
            </a:extLst>
          </p:cNvPr>
          <p:cNvGrpSpPr/>
          <p:nvPr/>
        </p:nvGrpSpPr>
        <p:grpSpPr>
          <a:xfrm>
            <a:off x="5537458" y="2479769"/>
            <a:ext cx="1447135" cy="1180050"/>
            <a:chOff x="2820161" y="2632169"/>
            <a:chExt cx="1447135" cy="1180050"/>
          </a:xfrm>
        </p:grpSpPr>
        <p:sp>
          <p:nvSpPr>
            <p:cNvPr id="63" name="Oval 10">
              <a:extLst>
                <a:ext uri="{FF2B5EF4-FFF2-40B4-BE49-F238E27FC236}">
                  <a16:creationId xmlns:a16="http://schemas.microsoft.com/office/drawing/2014/main" id="{785C909F-E74C-1046-A9E9-0846C987B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000" y="2632169"/>
              <a:ext cx="459657" cy="461639"/>
            </a:xfrm>
            <a:prstGeom prst="ellipse">
              <a:avLst/>
            </a:prstGeom>
            <a:solidFill>
              <a:srgbClr val="FF0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75</a:t>
              </a:r>
            </a:p>
          </p:txBody>
        </p:sp>
        <p:sp>
          <p:nvSpPr>
            <p:cNvPr id="64" name="Oval 11">
              <a:extLst>
                <a:ext uri="{FF2B5EF4-FFF2-40B4-BE49-F238E27FC236}">
                  <a16:creationId xmlns:a16="http://schemas.microsoft.com/office/drawing/2014/main" id="{FF0B559F-EA5D-AF4C-9B4D-179C11EAB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161" y="335058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50</a:t>
              </a:r>
            </a:p>
          </p:txBody>
        </p: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60096FD9-63A3-7B40-A0D3-44E33C33E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5657" y="335058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80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8B8023C-FCEA-1C4C-82DE-80DBB05879C2}"/>
                </a:ext>
              </a:extLst>
            </p:cNvPr>
            <p:cNvCxnSpPr>
              <a:cxnSpLocks/>
              <a:stCxn id="63" idx="5"/>
              <a:endCxn id="65" idx="1"/>
            </p:cNvCxnSpPr>
            <p:nvPr/>
          </p:nvCxnSpPr>
          <p:spPr bwMode="auto">
            <a:xfrm>
              <a:off x="3738342" y="3026203"/>
              <a:ext cx="134920" cy="39198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DA27291-B5A1-0B40-B189-3F42C04CD27D}"/>
                </a:ext>
              </a:extLst>
            </p:cNvPr>
            <p:cNvCxnSpPr>
              <a:cxnSpLocks/>
              <a:stCxn id="64" idx="7"/>
              <a:endCxn id="63" idx="3"/>
            </p:cNvCxnSpPr>
            <p:nvPr/>
          </p:nvCxnSpPr>
          <p:spPr bwMode="auto">
            <a:xfrm flipV="1">
              <a:off x="3214195" y="3026203"/>
              <a:ext cx="199120" cy="39198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2EDB3A55-C7AD-3A4F-89BE-ED367AFCAC7E}"/>
              </a:ext>
            </a:extLst>
          </p:cNvPr>
          <p:cNvSpPr/>
          <p:nvPr/>
        </p:nvSpPr>
        <p:spPr bwMode="auto">
          <a:xfrm>
            <a:off x="6226577" y="2982751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E44CECF-C51D-8A43-AEF0-C6F8291289FE}"/>
              </a:ext>
            </a:extLst>
          </p:cNvPr>
          <p:cNvSpPr/>
          <p:nvPr/>
        </p:nvSpPr>
        <p:spPr bwMode="auto">
          <a:xfrm rot="17860836">
            <a:off x="5809996" y="2303031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 dirty="0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02FA8526-2BAC-A248-B8B1-06E69A8754DC}"/>
              </a:ext>
            </a:extLst>
          </p:cNvPr>
          <p:cNvSpPr/>
          <p:nvPr/>
        </p:nvSpPr>
        <p:spPr bwMode="auto">
          <a:xfrm>
            <a:off x="2567836" y="2311052"/>
            <a:ext cx="1290180" cy="2185792"/>
          </a:xfrm>
          <a:custGeom>
            <a:avLst/>
            <a:gdLst>
              <a:gd name="connsiteX0" fmla="*/ 1290180 w 1290180"/>
              <a:gd name="connsiteY0" fmla="*/ 344466 h 2185792"/>
              <a:gd name="connsiteX1" fmla="*/ 1171183 w 1290180"/>
              <a:gd name="connsiteY1" fmla="*/ 100208 h 2185792"/>
              <a:gd name="connsiteX2" fmla="*/ 933189 w 1290180"/>
              <a:gd name="connsiteY2" fmla="*/ 0 h 2185792"/>
              <a:gd name="connsiteX3" fmla="*/ 682668 w 1290180"/>
              <a:gd name="connsiteY3" fmla="*/ 37578 h 2185792"/>
              <a:gd name="connsiteX4" fmla="*/ 507304 w 1290180"/>
              <a:gd name="connsiteY4" fmla="*/ 237995 h 2185792"/>
              <a:gd name="connsiteX5" fmla="*/ 25052 w 1290180"/>
              <a:gd name="connsiteY5" fmla="*/ 1014608 h 2185792"/>
              <a:gd name="connsiteX6" fmla="*/ 0 w 1290180"/>
              <a:gd name="connsiteY6" fmla="*/ 1152395 h 2185792"/>
              <a:gd name="connsiteX7" fmla="*/ 43841 w 1290180"/>
              <a:gd name="connsiteY7" fmla="*/ 1346548 h 2185792"/>
              <a:gd name="connsiteX8" fmla="*/ 181627 w 1290180"/>
              <a:gd name="connsiteY8" fmla="*/ 1446756 h 2185792"/>
              <a:gd name="connsiteX9" fmla="*/ 288098 w 1290180"/>
              <a:gd name="connsiteY9" fmla="*/ 1659699 h 2185792"/>
              <a:gd name="connsiteX10" fmla="*/ 350728 w 1290180"/>
              <a:gd name="connsiteY10" fmla="*/ 1810011 h 2185792"/>
              <a:gd name="connsiteX11" fmla="*/ 375780 w 1290180"/>
              <a:gd name="connsiteY11" fmla="*/ 1966586 h 2185792"/>
              <a:gd name="connsiteX12" fmla="*/ 450937 w 1290180"/>
              <a:gd name="connsiteY12" fmla="*/ 2091847 h 2185792"/>
              <a:gd name="connsiteX13" fmla="*/ 613775 w 1290180"/>
              <a:gd name="connsiteY13" fmla="*/ 2185792 h 2185792"/>
              <a:gd name="connsiteX14" fmla="*/ 839243 w 1290180"/>
              <a:gd name="connsiteY14" fmla="*/ 2167003 h 2185792"/>
              <a:gd name="connsiteX15" fmla="*/ 989556 w 1290180"/>
              <a:gd name="connsiteY15" fmla="*/ 2041743 h 2185792"/>
              <a:gd name="connsiteX16" fmla="*/ 1058449 w 1290180"/>
              <a:gd name="connsiteY16" fmla="*/ 1897693 h 2185792"/>
              <a:gd name="connsiteX17" fmla="*/ 1027134 w 1290180"/>
              <a:gd name="connsiteY17" fmla="*/ 1734855 h 2185792"/>
              <a:gd name="connsiteX18" fmla="*/ 983293 w 1290180"/>
              <a:gd name="connsiteY18" fmla="*/ 1572016 h 2185792"/>
              <a:gd name="connsiteX19" fmla="*/ 858032 w 1290180"/>
              <a:gd name="connsiteY19" fmla="*/ 1503123 h 2185792"/>
              <a:gd name="connsiteX20" fmla="*/ 789139 w 1290180"/>
              <a:gd name="connsiteY20" fmla="*/ 1515649 h 2185792"/>
              <a:gd name="connsiteX21" fmla="*/ 663879 w 1290180"/>
              <a:gd name="connsiteY21" fmla="*/ 1240077 h 2185792"/>
              <a:gd name="connsiteX22" fmla="*/ 688931 w 1290180"/>
              <a:gd name="connsiteY22" fmla="*/ 1089764 h 2185792"/>
              <a:gd name="connsiteX23" fmla="*/ 638827 w 1290180"/>
              <a:gd name="connsiteY23" fmla="*/ 977030 h 2185792"/>
              <a:gd name="connsiteX24" fmla="*/ 732772 w 1290180"/>
              <a:gd name="connsiteY24" fmla="*/ 782877 h 2185792"/>
              <a:gd name="connsiteX25" fmla="*/ 732772 w 1290180"/>
              <a:gd name="connsiteY25" fmla="*/ 782877 h 2185792"/>
              <a:gd name="connsiteX26" fmla="*/ 1008345 w 1290180"/>
              <a:gd name="connsiteY26" fmla="*/ 720247 h 2185792"/>
              <a:gd name="connsiteX27" fmla="*/ 1158657 w 1290180"/>
              <a:gd name="connsiteY27" fmla="*/ 588723 h 2185792"/>
              <a:gd name="connsiteX28" fmla="*/ 1208761 w 1290180"/>
              <a:gd name="connsiteY28" fmla="*/ 463463 h 2185792"/>
              <a:gd name="connsiteX29" fmla="*/ 1290180 w 1290180"/>
              <a:gd name="connsiteY29" fmla="*/ 344466 h 2185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290180" h="2185792">
                <a:moveTo>
                  <a:pt x="1290180" y="344466"/>
                </a:moveTo>
                <a:lnTo>
                  <a:pt x="1171183" y="100208"/>
                </a:lnTo>
                <a:lnTo>
                  <a:pt x="933189" y="0"/>
                </a:lnTo>
                <a:lnTo>
                  <a:pt x="682668" y="37578"/>
                </a:lnTo>
                <a:lnTo>
                  <a:pt x="507304" y="237995"/>
                </a:lnTo>
                <a:lnTo>
                  <a:pt x="25052" y="1014608"/>
                </a:lnTo>
                <a:lnTo>
                  <a:pt x="0" y="1152395"/>
                </a:lnTo>
                <a:lnTo>
                  <a:pt x="43841" y="1346548"/>
                </a:lnTo>
                <a:lnTo>
                  <a:pt x="181627" y="1446756"/>
                </a:lnTo>
                <a:lnTo>
                  <a:pt x="288098" y="1659699"/>
                </a:lnTo>
                <a:lnTo>
                  <a:pt x="350728" y="1810011"/>
                </a:lnTo>
                <a:lnTo>
                  <a:pt x="375780" y="1966586"/>
                </a:lnTo>
                <a:lnTo>
                  <a:pt x="450937" y="2091847"/>
                </a:lnTo>
                <a:lnTo>
                  <a:pt x="613775" y="2185792"/>
                </a:lnTo>
                <a:lnTo>
                  <a:pt x="839243" y="2167003"/>
                </a:lnTo>
                <a:lnTo>
                  <a:pt x="989556" y="2041743"/>
                </a:lnTo>
                <a:lnTo>
                  <a:pt x="1058449" y="1897693"/>
                </a:lnTo>
                <a:lnTo>
                  <a:pt x="1027134" y="1734855"/>
                </a:lnTo>
                <a:lnTo>
                  <a:pt x="983293" y="1572016"/>
                </a:lnTo>
                <a:lnTo>
                  <a:pt x="858032" y="1503123"/>
                </a:lnTo>
                <a:lnTo>
                  <a:pt x="789139" y="1515649"/>
                </a:lnTo>
                <a:lnTo>
                  <a:pt x="663879" y="1240077"/>
                </a:lnTo>
                <a:lnTo>
                  <a:pt x="688931" y="1089764"/>
                </a:lnTo>
                <a:lnTo>
                  <a:pt x="638827" y="977030"/>
                </a:lnTo>
                <a:lnTo>
                  <a:pt x="732772" y="782877"/>
                </a:lnTo>
                <a:lnTo>
                  <a:pt x="732772" y="782877"/>
                </a:lnTo>
                <a:lnTo>
                  <a:pt x="1008345" y="720247"/>
                </a:lnTo>
                <a:lnTo>
                  <a:pt x="1158657" y="588723"/>
                </a:lnTo>
                <a:lnTo>
                  <a:pt x="1208761" y="463463"/>
                </a:lnTo>
                <a:lnTo>
                  <a:pt x="1290180" y="344466"/>
                </a:lnTo>
                <a:close/>
              </a:path>
            </a:pathLst>
          </a:custGeom>
          <a:solidFill>
            <a:schemeClr val="tx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7258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3">
            <a:extLst>
              <a:ext uri="{FF2B5EF4-FFF2-40B4-BE49-F238E27FC236}">
                <a16:creationId xmlns:a16="http://schemas.microsoft.com/office/drawing/2014/main" id="{3B018F17-186B-5E4F-AFB2-3E191286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567455"/>
            <a:ext cx="4322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</a:t>
            </a:r>
            <a:r>
              <a:rPr lang="es-ES_tradnl" altLang="es-EC" b="1" dirty="0"/>
              <a:t>Derecha - Izquierda</a:t>
            </a:r>
            <a:endParaRPr lang="en-US" altLang="en-US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27FB22F0-FAFC-A946-9F66-2C36BF1B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1043444"/>
            <a:ext cx="4754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Se arregla con rotación </a:t>
            </a:r>
            <a:r>
              <a:rPr lang="es-ES_tradnl" altLang="es-EC" b="1" dirty="0"/>
              <a:t>Izquierda - Derecha</a:t>
            </a:r>
            <a:endParaRPr lang="en-US" alt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1C9AF50-AD2C-B94B-BF5E-F76FEB24A754}"/>
              </a:ext>
            </a:extLst>
          </p:cNvPr>
          <p:cNvSpPr/>
          <p:nvPr/>
        </p:nvSpPr>
        <p:spPr bwMode="auto">
          <a:xfrm>
            <a:off x="3356880" y="2982751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647766E-C0F2-334A-B163-B81B0C52C7BD}"/>
              </a:ext>
            </a:extLst>
          </p:cNvPr>
          <p:cNvSpPr/>
          <p:nvPr/>
        </p:nvSpPr>
        <p:spPr bwMode="auto">
          <a:xfrm>
            <a:off x="2837371" y="3697914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373759B3-7CB1-BB4B-9C73-B0E94C1BE65C}"/>
              </a:ext>
            </a:extLst>
          </p:cNvPr>
          <p:cNvSpPr/>
          <p:nvPr/>
        </p:nvSpPr>
        <p:spPr bwMode="auto">
          <a:xfrm rot="3739164" flipH="1">
            <a:off x="2355256" y="3053596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D2C50A2-00F3-AC48-9C58-4317F0FF4772}"/>
              </a:ext>
            </a:extLst>
          </p:cNvPr>
          <p:cNvSpPr/>
          <p:nvPr/>
        </p:nvSpPr>
        <p:spPr bwMode="auto">
          <a:xfrm rot="17860836">
            <a:off x="2940299" y="2303031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3EB771D-9DDC-9D41-BD9F-53D63479E06C}"/>
              </a:ext>
            </a:extLst>
          </p:cNvPr>
          <p:cNvGrpSpPr/>
          <p:nvPr/>
        </p:nvGrpSpPr>
        <p:grpSpPr>
          <a:xfrm>
            <a:off x="5537458" y="2479769"/>
            <a:ext cx="1447135" cy="1180050"/>
            <a:chOff x="2820161" y="2632169"/>
            <a:chExt cx="1447135" cy="1180050"/>
          </a:xfrm>
        </p:grpSpPr>
        <p:sp>
          <p:nvSpPr>
            <p:cNvPr id="63" name="Oval 10">
              <a:extLst>
                <a:ext uri="{FF2B5EF4-FFF2-40B4-BE49-F238E27FC236}">
                  <a16:creationId xmlns:a16="http://schemas.microsoft.com/office/drawing/2014/main" id="{785C909F-E74C-1046-A9E9-0846C987B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000" y="2632169"/>
              <a:ext cx="459657" cy="461639"/>
            </a:xfrm>
            <a:prstGeom prst="ellipse">
              <a:avLst/>
            </a:prstGeom>
            <a:solidFill>
              <a:srgbClr val="FF0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75</a:t>
              </a:r>
            </a:p>
          </p:txBody>
        </p:sp>
        <p:sp>
          <p:nvSpPr>
            <p:cNvPr id="64" name="Oval 11">
              <a:extLst>
                <a:ext uri="{FF2B5EF4-FFF2-40B4-BE49-F238E27FC236}">
                  <a16:creationId xmlns:a16="http://schemas.microsoft.com/office/drawing/2014/main" id="{FF0B559F-EA5D-AF4C-9B4D-179C11EAB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161" y="335058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50</a:t>
              </a:r>
            </a:p>
          </p:txBody>
        </p: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60096FD9-63A3-7B40-A0D3-44E33C33E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5657" y="335058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80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8B8023C-FCEA-1C4C-82DE-80DBB05879C2}"/>
                </a:ext>
              </a:extLst>
            </p:cNvPr>
            <p:cNvCxnSpPr>
              <a:cxnSpLocks/>
              <a:stCxn id="63" idx="5"/>
              <a:endCxn id="65" idx="1"/>
            </p:cNvCxnSpPr>
            <p:nvPr/>
          </p:nvCxnSpPr>
          <p:spPr bwMode="auto">
            <a:xfrm>
              <a:off x="3738342" y="3026203"/>
              <a:ext cx="134920" cy="39198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DA27291-B5A1-0B40-B189-3F42C04CD27D}"/>
                </a:ext>
              </a:extLst>
            </p:cNvPr>
            <p:cNvCxnSpPr>
              <a:cxnSpLocks/>
              <a:stCxn id="64" idx="7"/>
              <a:endCxn id="63" idx="3"/>
            </p:cNvCxnSpPr>
            <p:nvPr/>
          </p:nvCxnSpPr>
          <p:spPr bwMode="auto">
            <a:xfrm flipV="1">
              <a:off x="3214195" y="3026203"/>
              <a:ext cx="199120" cy="39198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2126FB9-CB43-474E-A807-D83AA6E6CD08}"/>
              </a:ext>
            </a:extLst>
          </p:cNvPr>
          <p:cNvGrpSpPr/>
          <p:nvPr/>
        </p:nvGrpSpPr>
        <p:grpSpPr>
          <a:xfrm>
            <a:off x="2317863" y="3595357"/>
            <a:ext cx="461639" cy="789165"/>
            <a:chOff x="2317863" y="3595357"/>
            <a:chExt cx="461639" cy="789165"/>
          </a:xfrm>
        </p:grpSpPr>
        <p:sp>
          <p:nvSpPr>
            <p:cNvPr id="47" name="Oval 11">
              <a:extLst>
                <a:ext uri="{FF2B5EF4-FFF2-40B4-BE49-F238E27FC236}">
                  <a16:creationId xmlns:a16="http://schemas.microsoft.com/office/drawing/2014/main" id="{9A2D461C-C313-F34E-AD0A-0382C13AF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863" y="3922883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45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CDA8DE6-7C16-3D4E-BE71-7D8E2D4710BA}"/>
                </a:ext>
              </a:extLst>
            </p:cNvPr>
            <p:cNvCxnSpPr>
              <a:cxnSpLocks/>
              <a:endCxn id="47" idx="0"/>
            </p:cNvCxnSpPr>
            <p:nvPr/>
          </p:nvCxnSpPr>
          <p:spPr bwMode="auto">
            <a:xfrm flipH="1">
              <a:off x="2548683" y="3595357"/>
              <a:ext cx="186683" cy="327526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1CC0937-53A3-B84D-B8AA-52872DE892DA}"/>
              </a:ext>
            </a:extLst>
          </p:cNvPr>
          <p:cNvGrpSpPr/>
          <p:nvPr/>
        </p:nvGrpSpPr>
        <p:grpSpPr>
          <a:xfrm>
            <a:off x="3585350" y="2873802"/>
            <a:ext cx="593153" cy="789162"/>
            <a:chOff x="3738342" y="3026203"/>
            <a:chExt cx="593153" cy="789162"/>
          </a:xfrm>
        </p:grpSpPr>
        <p:sp>
          <p:nvSpPr>
            <p:cNvPr id="51" name="Oval 11">
              <a:extLst>
                <a:ext uri="{FF2B5EF4-FFF2-40B4-BE49-F238E27FC236}">
                  <a16:creationId xmlns:a16="http://schemas.microsoft.com/office/drawing/2014/main" id="{29D7338C-F914-6A4B-A6FC-BD8DE223F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9856" y="33537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90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DA46F20-51A8-2A41-9C98-01D882B451CC}"/>
                </a:ext>
              </a:extLst>
            </p:cNvPr>
            <p:cNvCxnSpPr>
              <a:cxnSpLocks/>
              <a:stCxn id="51" idx="1"/>
            </p:cNvCxnSpPr>
            <p:nvPr/>
          </p:nvCxnSpPr>
          <p:spPr bwMode="auto">
            <a:xfrm flipH="1" flipV="1">
              <a:off x="3738342" y="3026203"/>
              <a:ext cx="199119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DD301B50-8F52-A240-9B96-B5256222012C}"/>
              </a:ext>
            </a:extLst>
          </p:cNvPr>
          <p:cNvSpPr/>
          <p:nvPr/>
        </p:nvSpPr>
        <p:spPr bwMode="auto">
          <a:xfrm>
            <a:off x="2228353" y="3832127"/>
            <a:ext cx="633078" cy="633078"/>
          </a:xfrm>
          <a:prstGeom prst="ellipse">
            <a:avLst/>
          </a:prstGeom>
          <a:solidFill>
            <a:schemeClr val="tx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12C760C6-DBD4-2B49-BA13-F19793662CB5}"/>
              </a:ext>
            </a:extLst>
          </p:cNvPr>
          <p:cNvSpPr/>
          <p:nvPr/>
        </p:nvSpPr>
        <p:spPr bwMode="auto">
          <a:xfrm>
            <a:off x="2567836" y="2311052"/>
            <a:ext cx="1290180" cy="2185792"/>
          </a:xfrm>
          <a:custGeom>
            <a:avLst/>
            <a:gdLst>
              <a:gd name="connsiteX0" fmla="*/ 1290180 w 1290180"/>
              <a:gd name="connsiteY0" fmla="*/ 344466 h 2185792"/>
              <a:gd name="connsiteX1" fmla="*/ 1171183 w 1290180"/>
              <a:gd name="connsiteY1" fmla="*/ 100208 h 2185792"/>
              <a:gd name="connsiteX2" fmla="*/ 933189 w 1290180"/>
              <a:gd name="connsiteY2" fmla="*/ 0 h 2185792"/>
              <a:gd name="connsiteX3" fmla="*/ 682668 w 1290180"/>
              <a:gd name="connsiteY3" fmla="*/ 37578 h 2185792"/>
              <a:gd name="connsiteX4" fmla="*/ 507304 w 1290180"/>
              <a:gd name="connsiteY4" fmla="*/ 237995 h 2185792"/>
              <a:gd name="connsiteX5" fmla="*/ 25052 w 1290180"/>
              <a:gd name="connsiteY5" fmla="*/ 1014608 h 2185792"/>
              <a:gd name="connsiteX6" fmla="*/ 0 w 1290180"/>
              <a:gd name="connsiteY6" fmla="*/ 1152395 h 2185792"/>
              <a:gd name="connsiteX7" fmla="*/ 43841 w 1290180"/>
              <a:gd name="connsiteY7" fmla="*/ 1346548 h 2185792"/>
              <a:gd name="connsiteX8" fmla="*/ 181627 w 1290180"/>
              <a:gd name="connsiteY8" fmla="*/ 1446756 h 2185792"/>
              <a:gd name="connsiteX9" fmla="*/ 288098 w 1290180"/>
              <a:gd name="connsiteY9" fmla="*/ 1659699 h 2185792"/>
              <a:gd name="connsiteX10" fmla="*/ 350728 w 1290180"/>
              <a:gd name="connsiteY10" fmla="*/ 1810011 h 2185792"/>
              <a:gd name="connsiteX11" fmla="*/ 375780 w 1290180"/>
              <a:gd name="connsiteY11" fmla="*/ 1966586 h 2185792"/>
              <a:gd name="connsiteX12" fmla="*/ 450937 w 1290180"/>
              <a:gd name="connsiteY12" fmla="*/ 2091847 h 2185792"/>
              <a:gd name="connsiteX13" fmla="*/ 613775 w 1290180"/>
              <a:gd name="connsiteY13" fmla="*/ 2185792 h 2185792"/>
              <a:gd name="connsiteX14" fmla="*/ 839243 w 1290180"/>
              <a:gd name="connsiteY14" fmla="*/ 2167003 h 2185792"/>
              <a:gd name="connsiteX15" fmla="*/ 989556 w 1290180"/>
              <a:gd name="connsiteY15" fmla="*/ 2041743 h 2185792"/>
              <a:gd name="connsiteX16" fmla="*/ 1058449 w 1290180"/>
              <a:gd name="connsiteY16" fmla="*/ 1897693 h 2185792"/>
              <a:gd name="connsiteX17" fmla="*/ 1027134 w 1290180"/>
              <a:gd name="connsiteY17" fmla="*/ 1734855 h 2185792"/>
              <a:gd name="connsiteX18" fmla="*/ 983293 w 1290180"/>
              <a:gd name="connsiteY18" fmla="*/ 1572016 h 2185792"/>
              <a:gd name="connsiteX19" fmla="*/ 858032 w 1290180"/>
              <a:gd name="connsiteY19" fmla="*/ 1503123 h 2185792"/>
              <a:gd name="connsiteX20" fmla="*/ 789139 w 1290180"/>
              <a:gd name="connsiteY20" fmla="*/ 1515649 h 2185792"/>
              <a:gd name="connsiteX21" fmla="*/ 663879 w 1290180"/>
              <a:gd name="connsiteY21" fmla="*/ 1240077 h 2185792"/>
              <a:gd name="connsiteX22" fmla="*/ 688931 w 1290180"/>
              <a:gd name="connsiteY22" fmla="*/ 1089764 h 2185792"/>
              <a:gd name="connsiteX23" fmla="*/ 638827 w 1290180"/>
              <a:gd name="connsiteY23" fmla="*/ 977030 h 2185792"/>
              <a:gd name="connsiteX24" fmla="*/ 732772 w 1290180"/>
              <a:gd name="connsiteY24" fmla="*/ 782877 h 2185792"/>
              <a:gd name="connsiteX25" fmla="*/ 732772 w 1290180"/>
              <a:gd name="connsiteY25" fmla="*/ 782877 h 2185792"/>
              <a:gd name="connsiteX26" fmla="*/ 1008345 w 1290180"/>
              <a:gd name="connsiteY26" fmla="*/ 720247 h 2185792"/>
              <a:gd name="connsiteX27" fmla="*/ 1158657 w 1290180"/>
              <a:gd name="connsiteY27" fmla="*/ 588723 h 2185792"/>
              <a:gd name="connsiteX28" fmla="*/ 1208761 w 1290180"/>
              <a:gd name="connsiteY28" fmla="*/ 463463 h 2185792"/>
              <a:gd name="connsiteX29" fmla="*/ 1290180 w 1290180"/>
              <a:gd name="connsiteY29" fmla="*/ 344466 h 2185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290180" h="2185792">
                <a:moveTo>
                  <a:pt x="1290180" y="344466"/>
                </a:moveTo>
                <a:lnTo>
                  <a:pt x="1171183" y="100208"/>
                </a:lnTo>
                <a:lnTo>
                  <a:pt x="933189" y="0"/>
                </a:lnTo>
                <a:lnTo>
                  <a:pt x="682668" y="37578"/>
                </a:lnTo>
                <a:lnTo>
                  <a:pt x="507304" y="237995"/>
                </a:lnTo>
                <a:lnTo>
                  <a:pt x="25052" y="1014608"/>
                </a:lnTo>
                <a:lnTo>
                  <a:pt x="0" y="1152395"/>
                </a:lnTo>
                <a:lnTo>
                  <a:pt x="43841" y="1346548"/>
                </a:lnTo>
                <a:lnTo>
                  <a:pt x="181627" y="1446756"/>
                </a:lnTo>
                <a:lnTo>
                  <a:pt x="288098" y="1659699"/>
                </a:lnTo>
                <a:lnTo>
                  <a:pt x="350728" y="1810011"/>
                </a:lnTo>
                <a:lnTo>
                  <a:pt x="375780" y="1966586"/>
                </a:lnTo>
                <a:lnTo>
                  <a:pt x="450937" y="2091847"/>
                </a:lnTo>
                <a:lnTo>
                  <a:pt x="613775" y="2185792"/>
                </a:lnTo>
                <a:lnTo>
                  <a:pt x="839243" y="2167003"/>
                </a:lnTo>
                <a:lnTo>
                  <a:pt x="989556" y="2041743"/>
                </a:lnTo>
                <a:lnTo>
                  <a:pt x="1058449" y="1897693"/>
                </a:lnTo>
                <a:lnTo>
                  <a:pt x="1027134" y="1734855"/>
                </a:lnTo>
                <a:lnTo>
                  <a:pt x="983293" y="1572016"/>
                </a:lnTo>
                <a:lnTo>
                  <a:pt x="858032" y="1503123"/>
                </a:lnTo>
                <a:lnTo>
                  <a:pt x="789139" y="1515649"/>
                </a:lnTo>
                <a:lnTo>
                  <a:pt x="663879" y="1240077"/>
                </a:lnTo>
                <a:lnTo>
                  <a:pt x="688931" y="1089764"/>
                </a:lnTo>
                <a:lnTo>
                  <a:pt x="638827" y="977030"/>
                </a:lnTo>
                <a:lnTo>
                  <a:pt x="732772" y="782877"/>
                </a:lnTo>
                <a:lnTo>
                  <a:pt x="732772" y="782877"/>
                </a:lnTo>
                <a:lnTo>
                  <a:pt x="1008345" y="720247"/>
                </a:lnTo>
                <a:lnTo>
                  <a:pt x="1158657" y="588723"/>
                </a:lnTo>
                <a:lnTo>
                  <a:pt x="1208761" y="463463"/>
                </a:lnTo>
                <a:lnTo>
                  <a:pt x="1290180" y="344466"/>
                </a:lnTo>
                <a:close/>
              </a:path>
            </a:pathLst>
          </a:custGeom>
          <a:solidFill>
            <a:schemeClr val="tx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88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96296E-6 L 0.31579 -2.96296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3">
            <a:extLst>
              <a:ext uri="{FF2B5EF4-FFF2-40B4-BE49-F238E27FC236}">
                <a16:creationId xmlns:a16="http://schemas.microsoft.com/office/drawing/2014/main" id="{3B018F17-186B-5E4F-AFB2-3E191286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567455"/>
            <a:ext cx="4322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</a:t>
            </a:r>
            <a:r>
              <a:rPr lang="es-ES_tradnl" altLang="es-EC" b="1" dirty="0"/>
              <a:t>Derecha - Izquierda</a:t>
            </a:r>
            <a:endParaRPr lang="en-US" altLang="en-US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27FB22F0-FAFC-A946-9F66-2C36BF1B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1043444"/>
            <a:ext cx="4754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Se arregla con rotación </a:t>
            </a:r>
            <a:r>
              <a:rPr lang="es-ES_tradnl" altLang="es-EC" b="1" dirty="0"/>
              <a:t>Izquierda - Derecha</a:t>
            </a:r>
            <a:endParaRPr lang="en-US" alt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1C9AF50-AD2C-B94B-BF5E-F76FEB24A754}"/>
              </a:ext>
            </a:extLst>
          </p:cNvPr>
          <p:cNvSpPr/>
          <p:nvPr/>
        </p:nvSpPr>
        <p:spPr bwMode="auto">
          <a:xfrm>
            <a:off x="3356880" y="2982751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647766E-C0F2-334A-B163-B81B0C52C7BD}"/>
              </a:ext>
            </a:extLst>
          </p:cNvPr>
          <p:cNvSpPr/>
          <p:nvPr/>
        </p:nvSpPr>
        <p:spPr bwMode="auto">
          <a:xfrm>
            <a:off x="2837371" y="3697914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373759B3-7CB1-BB4B-9C73-B0E94C1BE65C}"/>
              </a:ext>
            </a:extLst>
          </p:cNvPr>
          <p:cNvSpPr/>
          <p:nvPr/>
        </p:nvSpPr>
        <p:spPr bwMode="auto">
          <a:xfrm rot="3739164" flipH="1">
            <a:off x="2355256" y="3053596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D2C50A2-00F3-AC48-9C58-4317F0FF4772}"/>
              </a:ext>
            </a:extLst>
          </p:cNvPr>
          <p:cNvSpPr/>
          <p:nvPr/>
        </p:nvSpPr>
        <p:spPr bwMode="auto">
          <a:xfrm rot="17860836">
            <a:off x="2940299" y="2303031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3EB771D-9DDC-9D41-BD9F-53D63479E06C}"/>
              </a:ext>
            </a:extLst>
          </p:cNvPr>
          <p:cNvGrpSpPr/>
          <p:nvPr/>
        </p:nvGrpSpPr>
        <p:grpSpPr>
          <a:xfrm>
            <a:off x="5537458" y="2479769"/>
            <a:ext cx="1447135" cy="1180050"/>
            <a:chOff x="2820161" y="2632169"/>
            <a:chExt cx="1447135" cy="1180050"/>
          </a:xfrm>
        </p:grpSpPr>
        <p:sp>
          <p:nvSpPr>
            <p:cNvPr id="63" name="Oval 10">
              <a:extLst>
                <a:ext uri="{FF2B5EF4-FFF2-40B4-BE49-F238E27FC236}">
                  <a16:creationId xmlns:a16="http://schemas.microsoft.com/office/drawing/2014/main" id="{785C909F-E74C-1046-A9E9-0846C987B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000" y="2632169"/>
              <a:ext cx="459657" cy="461639"/>
            </a:xfrm>
            <a:prstGeom prst="ellipse">
              <a:avLst/>
            </a:prstGeom>
            <a:solidFill>
              <a:srgbClr val="FF0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75</a:t>
              </a:r>
            </a:p>
          </p:txBody>
        </p:sp>
        <p:sp>
          <p:nvSpPr>
            <p:cNvPr id="64" name="Oval 11">
              <a:extLst>
                <a:ext uri="{FF2B5EF4-FFF2-40B4-BE49-F238E27FC236}">
                  <a16:creationId xmlns:a16="http://schemas.microsoft.com/office/drawing/2014/main" id="{FF0B559F-EA5D-AF4C-9B4D-179C11EAB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161" y="335058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50</a:t>
              </a:r>
            </a:p>
          </p:txBody>
        </p: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60096FD9-63A3-7B40-A0D3-44E33C33E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5657" y="335058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80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8B8023C-FCEA-1C4C-82DE-80DBB05879C2}"/>
                </a:ext>
              </a:extLst>
            </p:cNvPr>
            <p:cNvCxnSpPr>
              <a:cxnSpLocks/>
              <a:stCxn id="63" idx="5"/>
              <a:endCxn id="65" idx="1"/>
            </p:cNvCxnSpPr>
            <p:nvPr/>
          </p:nvCxnSpPr>
          <p:spPr bwMode="auto">
            <a:xfrm>
              <a:off x="3738342" y="3026203"/>
              <a:ext cx="134920" cy="39198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DA27291-B5A1-0B40-B189-3F42C04CD27D}"/>
                </a:ext>
              </a:extLst>
            </p:cNvPr>
            <p:cNvCxnSpPr>
              <a:cxnSpLocks/>
              <a:stCxn id="64" idx="7"/>
              <a:endCxn id="63" idx="3"/>
            </p:cNvCxnSpPr>
            <p:nvPr/>
          </p:nvCxnSpPr>
          <p:spPr bwMode="auto">
            <a:xfrm flipV="1">
              <a:off x="3214195" y="3026203"/>
              <a:ext cx="199120" cy="39198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2126FB9-CB43-474E-A807-D83AA6E6CD08}"/>
              </a:ext>
            </a:extLst>
          </p:cNvPr>
          <p:cNvGrpSpPr/>
          <p:nvPr/>
        </p:nvGrpSpPr>
        <p:grpSpPr>
          <a:xfrm>
            <a:off x="5184609" y="3595357"/>
            <a:ext cx="461639" cy="789165"/>
            <a:chOff x="2317863" y="3595357"/>
            <a:chExt cx="461639" cy="789165"/>
          </a:xfrm>
        </p:grpSpPr>
        <p:sp>
          <p:nvSpPr>
            <p:cNvPr id="47" name="Oval 11">
              <a:extLst>
                <a:ext uri="{FF2B5EF4-FFF2-40B4-BE49-F238E27FC236}">
                  <a16:creationId xmlns:a16="http://schemas.microsoft.com/office/drawing/2014/main" id="{9A2D461C-C313-F34E-AD0A-0382C13AF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863" y="3922883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45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CDA8DE6-7C16-3D4E-BE71-7D8E2D4710BA}"/>
                </a:ext>
              </a:extLst>
            </p:cNvPr>
            <p:cNvCxnSpPr>
              <a:cxnSpLocks/>
              <a:endCxn id="47" idx="0"/>
            </p:cNvCxnSpPr>
            <p:nvPr/>
          </p:nvCxnSpPr>
          <p:spPr bwMode="auto">
            <a:xfrm flipH="1">
              <a:off x="2548683" y="3595357"/>
              <a:ext cx="186683" cy="327526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1CC0937-53A3-B84D-B8AA-52872DE892DA}"/>
              </a:ext>
            </a:extLst>
          </p:cNvPr>
          <p:cNvGrpSpPr/>
          <p:nvPr/>
        </p:nvGrpSpPr>
        <p:grpSpPr>
          <a:xfrm>
            <a:off x="3585350" y="2873802"/>
            <a:ext cx="593153" cy="789162"/>
            <a:chOff x="3738342" y="3026203"/>
            <a:chExt cx="593153" cy="789162"/>
          </a:xfrm>
        </p:grpSpPr>
        <p:sp>
          <p:nvSpPr>
            <p:cNvPr id="51" name="Oval 11">
              <a:extLst>
                <a:ext uri="{FF2B5EF4-FFF2-40B4-BE49-F238E27FC236}">
                  <a16:creationId xmlns:a16="http://schemas.microsoft.com/office/drawing/2014/main" id="{29D7338C-F914-6A4B-A6FC-BD8DE223F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9856" y="33537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90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DA46F20-51A8-2A41-9C98-01D882B451CC}"/>
                </a:ext>
              </a:extLst>
            </p:cNvPr>
            <p:cNvCxnSpPr>
              <a:cxnSpLocks/>
              <a:stCxn id="51" idx="1"/>
            </p:cNvCxnSpPr>
            <p:nvPr/>
          </p:nvCxnSpPr>
          <p:spPr bwMode="auto">
            <a:xfrm flipH="1" flipV="1">
              <a:off x="3738342" y="3026203"/>
              <a:ext cx="199119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A7ED6ABF-D9B0-6848-9D07-A73ED78BC5F4}"/>
              </a:ext>
            </a:extLst>
          </p:cNvPr>
          <p:cNvSpPr/>
          <p:nvPr/>
        </p:nvSpPr>
        <p:spPr bwMode="auto">
          <a:xfrm>
            <a:off x="2231700" y="3832127"/>
            <a:ext cx="633078" cy="633078"/>
          </a:xfrm>
          <a:prstGeom prst="ellipse">
            <a:avLst/>
          </a:prstGeom>
          <a:solidFill>
            <a:schemeClr val="tx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C05D7CD4-8C17-7243-900F-8E3D12C4CB96}"/>
              </a:ext>
            </a:extLst>
          </p:cNvPr>
          <p:cNvSpPr/>
          <p:nvPr/>
        </p:nvSpPr>
        <p:spPr bwMode="auto">
          <a:xfrm>
            <a:off x="2567836" y="2311052"/>
            <a:ext cx="1290180" cy="2185792"/>
          </a:xfrm>
          <a:custGeom>
            <a:avLst/>
            <a:gdLst>
              <a:gd name="connsiteX0" fmla="*/ 1290180 w 1290180"/>
              <a:gd name="connsiteY0" fmla="*/ 344466 h 2185792"/>
              <a:gd name="connsiteX1" fmla="*/ 1171183 w 1290180"/>
              <a:gd name="connsiteY1" fmla="*/ 100208 h 2185792"/>
              <a:gd name="connsiteX2" fmla="*/ 933189 w 1290180"/>
              <a:gd name="connsiteY2" fmla="*/ 0 h 2185792"/>
              <a:gd name="connsiteX3" fmla="*/ 682668 w 1290180"/>
              <a:gd name="connsiteY3" fmla="*/ 37578 h 2185792"/>
              <a:gd name="connsiteX4" fmla="*/ 507304 w 1290180"/>
              <a:gd name="connsiteY4" fmla="*/ 237995 h 2185792"/>
              <a:gd name="connsiteX5" fmla="*/ 25052 w 1290180"/>
              <a:gd name="connsiteY5" fmla="*/ 1014608 h 2185792"/>
              <a:gd name="connsiteX6" fmla="*/ 0 w 1290180"/>
              <a:gd name="connsiteY6" fmla="*/ 1152395 h 2185792"/>
              <a:gd name="connsiteX7" fmla="*/ 43841 w 1290180"/>
              <a:gd name="connsiteY7" fmla="*/ 1346548 h 2185792"/>
              <a:gd name="connsiteX8" fmla="*/ 181627 w 1290180"/>
              <a:gd name="connsiteY8" fmla="*/ 1446756 h 2185792"/>
              <a:gd name="connsiteX9" fmla="*/ 288098 w 1290180"/>
              <a:gd name="connsiteY9" fmla="*/ 1659699 h 2185792"/>
              <a:gd name="connsiteX10" fmla="*/ 350728 w 1290180"/>
              <a:gd name="connsiteY10" fmla="*/ 1810011 h 2185792"/>
              <a:gd name="connsiteX11" fmla="*/ 375780 w 1290180"/>
              <a:gd name="connsiteY11" fmla="*/ 1966586 h 2185792"/>
              <a:gd name="connsiteX12" fmla="*/ 450937 w 1290180"/>
              <a:gd name="connsiteY12" fmla="*/ 2091847 h 2185792"/>
              <a:gd name="connsiteX13" fmla="*/ 613775 w 1290180"/>
              <a:gd name="connsiteY13" fmla="*/ 2185792 h 2185792"/>
              <a:gd name="connsiteX14" fmla="*/ 839243 w 1290180"/>
              <a:gd name="connsiteY14" fmla="*/ 2167003 h 2185792"/>
              <a:gd name="connsiteX15" fmla="*/ 989556 w 1290180"/>
              <a:gd name="connsiteY15" fmla="*/ 2041743 h 2185792"/>
              <a:gd name="connsiteX16" fmla="*/ 1058449 w 1290180"/>
              <a:gd name="connsiteY16" fmla="*/ 1897693 h 2185792"/>
              <a:gd name="connsiteX17" fmla="*/ 1027134 w 1290180"/>
              <a:gd name="connsiteY17" fmla="*/ 1734855 h 2185792"/>
              <a:gd name="connsiteX18" fmla="*/ 983293 w 1290180"/>
              <a:gd name="connsiteY18" fmla="*/ 1572016 h 2185792"/>
              <a:gd name="connsiteX19" fmla="*/ 858032 w 1290180"/>
              <a:gd name="connsiteY19" fmla="*/ 1503123 h 2185792"/>
              <a:gd name="connsiteX20" fmla="*/ 789139 w 1290180"/>
              <a:gd name="connsiteY20" fmla="*/ 1515649 h 2185792"/>
              <a:gd name="connsiteX21" fmla="*/ 663879 w 1290180"/>
              <a:gd name="connsiteY21" fmla="*/ 1240077 h 2185792"/>
              <a:gd name="connsiteX22" fmla="*/ 688931 w 1290180"/>
              <a:gd name="connsiteY22" fmla="*/ 1089764 h 2185792"/>
              <a:gd name="connsiteX23" fmla="*/ 638827 w 1290180"/>
              <a:gd name="connsiteY23" fmla="*/ 977030 h 2185792"/>
              <a:gd name="connsiteX24" fmla="*/ 732772 w 1290180"/>
              <a:gd name="connsiteY24" fmla="*/ 782877 h 2185792"/>
              <a:gd name="connsiteX25" fmla="*/ 732772 w 1290180"/>
              <a:gd name="connsiteY25" fmla="*/ 782877 h 2185792"/>
              <a:gd name="connsiteX26" fmla="*/ 1008345 w 1290180"/>
              <a:gd name="connsiteY26" fmla="*/ 720247 h 2185792"/>
              <a:gd name="connsiteX27" fmla="*/ 1158657 w 1290180"/>
              <a:gd name="connsiteY27" fmla="*/ 588723 h 2185792"/>
              <a:gd name="connsiteX28" fmla="*/ 1208761 w 1290180"/>
              <a:gd name="connsiteY28" fmla="*/ 463463 h 2185792"/>
              <a:gd name="connsiteX29" fmla="*/ 1290180 w 1290180"/>
              <a:gd name="connsiteY29" fmla="*/ 344466 h 2185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290180" h="2185792">
                <a:moveTo>
                  <a:pt x="1290180" y="344466"/>
                </a:moveTo>
                <a:lnTo>
                  <a:pt x="1171183" y="100208"/>
                </a:lnTo>
                <a:lnTo>
                  <a:pt x="933189" y="0"/>
                </a:lnTo>
                <a:lnTo>
                  <a:pt x="682668" y="37578"/>
                </a:lnTo>
                <a:lnTo>
                  <a:pt x="507304" y="237995"/>
                </a:lnTo>
                <a:lnTo>
                  <a:pt x="25052" y="1014608"/>
                </a:lnTo>
                <a:lnTo>
                  <a:pt x="0" y="1152395"/>
                </a:lnTo>
                <a:lnTo>
                  <a:pt x="43841" y="1346548"/>
                </a:lnTo>
                <a:lnTo>
                  <a:pt x="181627" y="1446756"/>
                </a:lnTo>
                <a:lnTo>
                  <a:pt x="288098" y="1659699"/>
                </a:lnTo>
                <a:lnTo>
                  <a:pt x="350728" y="1810011"/>
                </a:lnTo>
                <a:lnTo>
                  <a:pt x="375780" y="1966586"/>
                </a:lnTo>
                <a:lnTo>
                  <a:pt x="450937" y="2091847"/>
                </a:lnTo>
                <a:lnTo>
                  <a:pt x="613775" y="2185792"/>
                </a:lnTo>
                <a:lnTo>
                  <a:pt x="839243" y="2167003"/>
                </a:lnTo>
                <a:lnTo>
                  <a:pt x="989556" y="2041743"/>
                </a:lnTo>
                <a:lnTo>
                  <a:pt x="1058449" y="1897693"/>
                </a:lnTo>
                <a:lnTo>
                  <a:pt x="1027134" y="1734855"/>
                </a:lnTo>
                <a:lnTo>
                  <a:pt x="983293" y="1572016"/>
                </a:lnTo>
                <a:lnTo>
                  <a:pt x="858032" y="1503123"/>
                </a:lnTo>
                <a:lnTo>
                  <a:pt x="789139" y="1515649"/>
                </a:lnTo>
                <a:lnTo>
                  <a:pt x="663879" y="1240077"/>
                </a:lnTo>
                <a:lnTo>
                  <a:pt x="688931" y="1089764"/>
                </a:lnTo>
                <a:lnTo>
                  <a:pt x="638827" y="977030"/>
                </a:lnTo>
                <a:lnTo>
                  <a:pt x="732772" y="782877"/>
                </a:lnTo>
                <a:lnTo>
                  <a:pt x="732772" y="782877"/>
                </a:lnTo>
                <a:lnTo>
                  <a:pt x="1008345" y="720247"/>
                </a:lnTo>
                <a:lnTo>
                  <a:pt x="1158657" y="588723"/>
                </a:lnTo>
                <a:lnTo>
                  <a:pt x="1208761" y="463463"/>
                </a:lnTo>
                <a:lnTo>
                  <a:pt x="1290180" y="344466"/>
                </a:lnTo>
                <a:close/>
              </a:path>
            </a:pathLst>
          </a:custGeom>
          <a:solidFill>
            <a:schemeClr val="tx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41F299F-04C6-D048-A4C4-030400B77420}"/>
              </a:ext>
            </a:extLst>
          </p:cNvPr>
          <p:cNvSpPr/>
          <p:nvPr/>
        </p:nvSpPr>
        <p:spPr bwMode="auto">
          <a:xfrm>
            <a:off x="3629136" y="3117144"/>
            <a:ext cx="633078" cy="633078"/>
          </a:xfrm>
          <a:prstGeom prst="ellipse">
            <a:avLst/>
          </a:prstGeom>
          <a:solidFill>
            <a:schemeClr val="tx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711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1.11111E-6 L 0.35903 0.108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51" y="5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3">
            <a:extLst>
              <a:ext uri="{FF2B5EF4-FFF2-40B4-BE49-F238E27FC236}">
                <a16:creationId xmlns:a16="http://schemas.microsoft.com/office/drawing/2014/main" id="{3B018F17-186B-5E4F-AFB2-3E191286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567455"/>
            <a:ext cx="4322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</a:t>
            </a:r>
            <a:r>
              <a:rPr lang="es-ES_tradnl" altLang="es-EC" b="1" dirty="0"/>
              <a:t>Derecha - Izquierda</a:t>
            </a:r>
            <a:endParaRPr lang="en-US" altLang="en-US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27FB22F0-FAFC-A946-9F66-2C36BF1B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1043444"/>
            <a:ext cx="4754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Se arregla con rotación </a:t>
            </a:r>
            <a:r>
              <a:rPr lang="es-ES_tradnl" altLang="es-EC" b="1" dirty="0"/>
              <a:t>Izquierda - Derecha</a:t>
            </a:r>
            <a:endParaRPr lang="en-US" alt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1C9AF50-AD2C-B94B-BF5E-F76FEB24A754}"/>
              </a:ext>
            </a:extLst>
          </p:cNvPr>
          <p:cNvSpPr/>
          <p:nvPr/>
        </p:nvSpPr>
        <p:spPr bwMode="auto">
          <a:xfrm>
            <a:off x="3356880" y="2982751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647766E-C0F2-334A-B163-B81B0C52C7BD}"/>
              </a:ext>
            </a:extLst>
          </p:cNvPr>
          <p:cNvSpPr/>
          <p:nvPr/>
        </p:nvSpPr>
        <p:spPr bwMode="auto">
          <a:xfrm>
            <a:off x="2837371" y="3697914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373759B3-7CB1-BB4B-9C73-B0E94C1BE65C}"/>
              </a:ext>
            </a:extLst>
          </p:cNvPr>
          <p:cNvSpPr/>
          <p:nvPr/>
        </p:nvSpPr>
        <p:spPr bwMode="auto">
          <a:xfrm rot="3739164" flipH="1">
            <a:off x="2355256" y="3053596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D2C50A2-00F3-AC48-9C58-4317F0FF4772}"/>
              </a:ext>
            </a:extLst>
          </p:cNvPr>
          <p:cNvSpPr/>
          <p:nvPr/>
        </p:nvSpPr>
        <p:spPr bwMode="auto">
          <a:xfrm rot="17860836">
            <a:off x="2940299" y="2303031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3EB771D-9DDC-9D41-BD9F-53D63479E06C}"/>
              </a:ext>
            </a:extLst>
          </p:cNvPr>
          <p:cNvGrpSpPr/>
          <p:nvPr/>
        </p:nvGrpSpPr>
        <p:grpSpPr>
          <a:xfrm>
            <a:off x="5537458" y="2479769"/>
            <a:ext cx="1447135" cy="1180050"/>
            <a:chOff x="2820161" y="2632169"/>
            <a:chExt cx="1447135" cy="1180050"/>
          </a:xfrm>
        </p:grpSpPr>
        <p:sp>
          <p:nvSpPr>
            <p:cNvPr id="63" name="Oval 10">
              <a:extLst>
                <a:ext uri="{FF2B5EF4-FFF2-40B4-BE49-F238E27FC236}">
                  <a16:creationId xmlns:a16="http://schemas.microsoft.com/office/drawing/2014/main" id="{785C909F-E74C-1046-A9E9-0846C987B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000" y="2632169"/>
              <a:ext cx="459657" cy="461639"/>
            </a:xfrm>
            <a:prstGeom prst="ellipse">
              <a:avLst/>
            </a:prstGeom>
            <a:solidFill>
              <a:srgbClr val="FF0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75</a:t>
              </a:r>
            </a:p>
          </p:txBody>
        </p:sp>
        <p:sp>
          <p:nvSpPr>
            <p:cNvPr id="64" name="Oval 11">
              <a:extLst>
                <a:ext uri="{FF2B5EF4-FFF2-40B4-BE49-F238E27FC236}">
                  <a16:creationId xmlns:a16="http://schemas.microsoft.com/office/drawing/2014/main" id="{FF0B559F-EA5D-AF4C-9B4D-179C11EAB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161" y="335058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50</a:t>
              </a:r>
            </a:p>
          </p:txBody>
        </p: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60096FD9-63A3-7B40-A0D3-44E33C33E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5657" y="335058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80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8B8023C-FCEA-1C4C-82DE-80DBB05879C2}"/>
                </a:ext>
              </a:extLst>
            </p:cNvPr>
            <p:cNvCxnSpPr>
              <a:cxnSpLocks/>
              <a:stCxn id="63" idx="5"/>
              <a:endCxn id="65" idx="1"/>
            </p:cNvCxnSpPr>
            <p:nvPr/>
          </p:nvCxnSpPr>
          <p:spPr bwMode="auto">
            <a:xfrm>
              <a:off x="3738342" y="3026203"/>
              <a:ext cx="134920" cy="39198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DA27291-B5A1-0B40-B189-3F42C04CD27D}"/>
                </a:ext>
              </a:extLst>
            </p:cNvPr>
            <p:cNvCxnSpPr>
              <a:cxnSpLocks/>
              <a:stCxn id="64" idx="7"/>
              <a:endCxn id="63" idx="3"/>
            </p:cNvCxnSpPr>
            <p:nvPr/>
          </p:nvCxnSpPr>
          <p:spPr bwMode="auto">
            <a:xfrm flipV="1">
              <a:off x="3214195" y="3026203"/>
              <a:ext cx="199120" cy="39198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2126FB9-CB43-474E-A807-D83AA6E6CD08}"/>
              </a:ext>
            </a:extLst>
          </p:cNvPr>
          <p:cNvGrpSpPr/>
          <p:nvPr/>
        </p:nvGrpSpPr>
        <p:grpSpPr>
          <a:xfrm>
            <a:off x="2317863" y="3595357"/>
            <a:ext cx="461639" cy="789165"/>
            <a:chOff x="2317863" y="3595357"/>
            <a:chExt cx="461639" cy="789165"/>
          </a:xfrm>
        </p:grpSpPr>
        <p:sp>
          <p:nvSpPr>
            <p:cNvPr id="47" name="Oval 11">
              <a:extLst>
                <a:ext uri="{FF2B5EF4-FFF2-40B4-BE49-F238E27FC236}">
                  <a16:creationId xmlns:a16="http://schemas.microsoft.com/office/drawing/2014/main" id="{9A2D461C-C313-F34E-AD0A-0382C13AF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863" y="3922883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45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CDA8DE6-7C16-3D4E-BE71-7D8E2D4710BA}"/>
                </a:ext>
              </a:extLst>
            </p:cNvPr>
            <p:cNvCxnSpPr>
              <a:cxnSpLocks/>
              <a:endCxn id="47" idx="0"/>
            </p:cNvCxnSpPr>
            <p:nvPr/>
          </p:nvCxnSpPr>
          <p:spPr bwMode="auto">
            <a:xfrm flipH="1">
              <a:off x="2548683" y="3595357"/>
              <a:ext cx="186683" cy="327526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1CC0937-53A3-B84D-B8AA-52872DE892DA}"/>
              </a:ext>
            </a:extLst>
          </p:cNvPr>
          <p:cNvGrpSpPr/>
          <p:nvPr/>
        </p:nvGrpSpPr>
        <p:grpSpPr>
          <a:xfrm>
            <a:off x="3585350" y="2873802"/>
            <a:ext cx="593153" cy="789162"/>
            <a:chOff x="3738342" y="3026203"/>
            <a:chExt cx="593153" cy="789162"/>
          </a:xfrm>
        </p:grpSpPr>
        <p:sp>
          <p:nvSpPr>
            <p:cNvPr id="51" name="Oval 11">
              <a:extLst>
                <a:ext uri="{FF2B5EF4-FFF2-40B4-BE49-F238E27FC236}">
                  <a16:creationId xmlns:a16="http://schemas.microsoft.com/office/drawing/2014/main" id="{29D7338C-F914-6A4B-A6FC-BD8DE223F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9856" y="33537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90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DA46F20-51A8-2A41-9C98-01D882B451CC}"/>
                </a:ext>
              </a:extLst>
            </p:cNvPr>
            <p:cNvCxnSpPr>
              <a:cxnSpLocks/>
              <a:stCxn id="51" idx="1"/>
            </p:cNvCxnSpPr>
            <p:nvPr/>
          </p:nvCxnSpPr>
          <p:spPr bwMode="auto">
            <a:xfrm flipH="1" flipV="1">
              <a:off x="3738342" y="3026203"/>
              <a:ext cx="199119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A7ED6ABF-D9B0-6848-9D07-A73ED78BC5F4}"/>
              </a:ext>
            </a:extLst>
          </p:cNvPr>
          <p:cNvSpPr/>
          <p:nvPr/>
        </p:nvSpPr>
        <p:spPr bwMode="auto">
          <a:xfrm>
            <a:off x="2228353" y="3832127"/>
            <a:ext cx="633078" cy="633078"/>
          </a:xfrm>
          <a:prstGeom prst="ellipse">
            <a:avLst/>
          </a:prstGeom>
          <a:solidFill>
            <a:schemeClr val="tx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C05D7CD4-8C17-7243-900F-8E3D12C4CB96}"/>
              </a:ext>
            </a:extLst>
          </p:cNvPr>
          <p:cNvSpPr/>
          <p:nvPr/>
        </p:nvSpPr>
        <p:spPr bwMode="auto">
          <a:xfrm>
            <a:off x="2567836" y="2311052"/>
            <a:ext cx="1290180" cy="2185792"/>
          </a:xfrm>
          <a:custGeom>
            <a:avLst/>
            <a:gdLst>
              <a:gd name="connsiteX0" fmla="*/ 1290180 w 1290180"/>
              <a:gd name="connsiteY0" fmla="*/ 344466 h 2185792"/>
              <a:gd name="connsiteX1" fmla="*/ 1171183 w 1290180"/>
              <a:gd name="connsiteY1" fmla="*/ 100208 h 2185792"/>
              <a:gd name="connsiteX2" fmla="*/ 933189 w 1290180"/>
              <a:gd name="connsiteY2" fmla="*/ 0 h 2185792"/>
              <a:gd name="connsiteX3" fmla="*/ 682668 w 1290180"/>
              <a:gd name="connsiteY3" fmla="*/ 37578 h 2185792"/>
              <a:gd name="connsiteX4" fmla="*/ 507304 w 1290180"/>
              <a:gd name="connsiteY4" fmla="*/ 237995 h 2185792"/>
              <a:gd name="connsiteX5" fmla="*/ 25052 w 1290180"/>
              <a:gd name="connsiteY5" fmla="*/ 1014608 h 2185792"/>
              <a:gd name="connsiteX6" fmla="*/ 0 w 1290180"/>
              <a:gd name="connsiteY6" fmla="*/ 1152395 h 2185792"/>
              <a:gd name="connsiteX7" fmla="*/ 43841 w 1290180"/>
              <a:gd name="connsiteY7" fmla="*/ 1346548 h 2185792"/>
              <a:gd name="connsiteX8" fmla="*/ 181627 w 1290180"/>
              <a:gd name="connsiteY8" fmla="*/ 1446756 h 2185792"/>
              <a:gd name="connsiteX9" fmla="*/ 288098 w 1290180"/>
              <a:gd name="connsiteY9" fmla="*/ 1659699 h 2185792"/>
              <a:gd name="connsiteX10" fmla="*/ 350728 w 1290180"/>
              <a:gd name="connsiteY10" fmla="*/ 1810011 h 2185792"/>
              <a:gd name="connsiteX11" fmla="*/ 375780 w 1290180"/>
              <a:gd name="connsiteY11" fmla="*/ 1966586 h 2185792"/>
              <a:gd name="connsiteX12" fmla="*/ 450937 w 1290180"/>
              <a:gd name="connsiteY12" fmla="*/ 2091847 h 2185792"/>
              <a:gd name="connsiteX13" fmla="*/ 613775 w 1290180"/>
              <a:gd name="connsiteY13" fmla="*/ 2185792 h 2185792"/>
              <a:gd name="connsiteX14" fmla="*/ 839243 w 1290180"/>
              <a:gd name="connsiteY14" fmla="*/ 2167003 h 2185792"/>
              <a:gd name="connsiteX15" fmla="*/ 989556 w 1290180"/>
              <a:gd name="connsiteY15" fmla="*/ 2041743 h 2185792"/>
              <a:gd name="connsiteX16" fmla="*/ 1058449 w 1290180"/>
              <a:gd name="connsiteY16" fmla="*/ 1897693 h 2185792"/>
              <a:gd name="connsiteX17" fmla="*/ 1027134 w 1290180"/>
              <a:gd name="connsiteY17" fmla="*/ 1734855 h 2185792"/>
              <a:gd name="connsiteX18" fmla="*/ 983293 w 1290180"/>
              <a:gd name="connsiteY18" fmla="*/ 1572016 h 2185792"/>
              <a:gd name="connsiteX19" fmla="*/ 858032 w 1290180"/>
              <a:gd name="connsiteY19" fmla="*/ 1503123 h 2185792"/>
              <a:gd name="connsiteX20" fmla="*/ 789139 w 1290180"/>
              <a:gd name="connsiteY20" fmla="*/ 1515649 h 2185792"/>
              <a:gd name="connsiteX21" fmla="*/ 663879 w 1290180"/>
              <a:gd name="connsiteY21" fmla="*/ 1240077 h 2185792"/>
              <a:gd name="connsiteX22" fmla="*/ 688931 w 1290180"/>
              <a:gd name="connsiteY22" fmla="*/ 1089764 h 2185792"/>
              <a:gd name="connsiteX23" fmla="*/ 638827 w 1290180"/>
              <a:gd name="connsiteY23" fmla="*/ 977030 h 2185792"/>
              <a:gd name="connsiteX24" fmla="*/ 732772 w 1290180"/>
              <a:gd name="connsiteY24" fmla="*/ 782877 h 2185792"/>
              <a:gd name="connsiteX25" fmla="*/ 732772 w 1290180"/>
              <a:gd name="connsiteY25" fmla="*/ 782877 h 2185792"/>
              <a:gd name="connsiteX26" fmla="*/ 1008345 w 1290180"/>
              <a:gd name="connsiteY26" fmla="*/ 720247 h 2185792"/>
              <a:gd name="connsiteX27" fmla="*/ 1158657 w 1290180"/>
              <a:gd name="connsiteY27" fmla="*/ 588723 h 2185792"/>
              <a:gd name="connsiteX28" fmla="*/ 1208761 w 1290180"/>
              <a:gd name="connsiteY28" fmla="*/ 463463 h 2185792"/>
              <a:gd name="connsiteX29" fmla="*/ 1290180 w 1290180"/>
              <a:gd name="connsiteY29" fmla="*/ 344466 h 2185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290180" h="2185792">
                <a:moveTo>
                  <a:pt x="1290180" y="344466"/>
                </a:moveTo>
                <a:lnTo>
                  <a:pt x="1171183" y="100208"/>
                </a:lnTo>
                <a:lnTo>
                  <a:pt x="933189" y="0"/>
                </a:lnTo>
                <a:lnTo>
                  <a:pt x="682668" y="37578"/>
                </a:lnTo>
                <a:lnTo>
                  <a:pt x="507304" y="237995"/>
                </a:lnTo>
                <a:lnTo>
                  <a:pt x="25052" y="1014608"/>
                </a:lnTo>
                <a:lnTo>
                  <a:pt x="0" y="1152395"/>
                </a:lnTo>
                <a:lnTo>
                  <a:pt x="43841" y="1346548"/>
                </a:lnTo>
                <a:lnTo>
                  <a:pt x="181627" y="1446756"/>
                </a:lnTo>
                <a:lnTo>
                  <a:pt x="288098" y="1659699"/>
                </a:lnTo>
                <a:lnTo>
                  <a:pt x="350728" y="1810011"/>
                </a:lnTo>
                <a:lnTo>
                  <a:pt x="375780" y="1966586"/>
                </a:lnTo>
                <a:lnTo>
                  <a:pt x="450937" y="2091847"/>
                </a:lnTo>
                <a:lnTo>
                  <a:pt x="613775" y="2185792"/>
                </a:lnTo>
                <a:lnTo>
                  <a:pt x="839243" y="2167003"/>
                </a:lnTo>
                <a:lnTo>
                  <a:pt x="989556" y="2041743"/>
                </a:lnTo>
                <a:lnTo>
                  <a:pt x="1058449" y="1897693"/>
                </a:lnTo>
                <a:lnTo>
                  <a:pt x="1027134" y="1734855"/>
                </a:lnTo>
                <a:lnTo>
                  <a:pt x="983293" y="1572016"/>
                </a:lnTo>
                <a:lnTo>
                  <a:pt x="858032" y="1503123"/>
                </a:lnTo>
                <a:lnTo>
                  <a:pt x="789139" y="1515649"/>
                </a:lnTo>
                <a:lnTo>
                  <a:pt x="663879" y="1240077"/>
                </a:lnTo>
                <a:lnTo>
                  <a:pt x="688931" y="1089764"/>
                </a:lnTo>
                <a:lnTo>
                  <a:pt x="638827" y="977030"/>
                </a:lnTo>
                <a:lnTo>
                  <a:pt x="732772" y="782877"/>
                </a:lnTo>
                <a:lnTo>
                  <a:pt x="732772" y="782877"/>
                </a:lnTo>
                <a:lnTo>
                  <a:pt x="1008345" y="720247"/>
                </a:lnTo>
                <a:lnTo>
                  <a:pt x="1158657" y="588723"/>
                </a:lnTo>
                <a:lnTo>
                  <a:pt x="1208761" y="463463"/>
                </a:lnTo>
                <a:lnTo>
                  <a:pt x="1290180" y="344466"/>
                </a:lnTo>
                <a:close/>
              </a:path>
            </a:pathLst>
          </a:custGeom>
          <a:solidFill>
            <a:schemeClr val="tx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41F299F-04C6-D048-A4C4-030400B77420}"/>
              </a:ext>
            </a:extLst>
          </p:cNvPr>
          <p:cNvSpPr/>
          <p:nvPr/>
        </p:nvSpPr>
        <p:spPr bwMode="auto">
          <a:xfrm>
            <a:off x="3629136" y="3117144"/>
            <a:ext cx="633078" cy="633078"/>
          </a:xfrm>
          <a:prstGeom prst="ellipse">
            <a:avLst/>
          </a:prstGeom>
          <a:solidFill>
            <a:schemeClr val="tx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046599B-DD9E-6A4D-A944-48D2122E607F}"/>
              </a:ext>
            </a:extLst>
          </p:cNvPr>
          <p:cNvGrpSpPr/>
          <p:nvPr/>
        </p:nvGrpSpPr>
        <p:grpSpPr>
          <a:xfrm>
            <a:off x="5184609" y="3595357"/>
            <a:ext cx="461639" cy="789165"/>
            <a:chOff x="2317863" y="3595357"/>
            <a:chExt cx="461639" cy="789165"/>
          </a:xfrm>
        </p:grpSpPr>
        <p:sp>
          <p:nvSpPr>
            <p:cNvPr id="58" name="Oval 11">
              <a:extLst>
                <a:ext uri="{FF2B5EF4-FFF2-40B4-BE49-F238E27FC236}">
                  <a16:creationId xmlns:a16="http://schemas.microsoft.com/office/drawing/2014/main" id="{64D334C4-BAD0-FE4B-AD7D-E1761F100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863" y="3922883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45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93A1854-CC59-7948-8586-E57568F850F1}"/>
                </a:ext>
              </a:extLst>
            </p:cNvPr>
            <p:cNvCxnSpPr>
              <a:cxnSpLocks/>
              <a:endCxn id="58" idx="0"/>
            </p:cNvCxnSpPr>
            <p:nvPr/>
          </p:nvCxnSpPr>
          <p:spPr bwMode="auto">
            <a:xfrm flipH="1">
              <a:off x="2548683" y="3595357"/>
              <a:ext cx="186683" cy="327526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7E57FCC-6724-1E4C-9594-5460322FD7B8}"/>
              </a:ext>
            </a:extLst>
          </p:cNvPr>
          <p:cNvGrpSpPr/>
          <p:nvPr/>
        </p:nvGrpSpPr>
        <p:grpSpPr>
          <a:xfrm>
            <a:off x="6876256" y="3595360"/>
            <a:ext cx="593153" cy="789162"/>
            <a:chOff x="3738342" y="3026203"/>
            <a:chExt cx="593153" cy="789162"/>
          </a:xfrm>
        </p:grpSpPr>
        <p:sp>
          <p:nvSpPr>
            <p:cNvPr id="61" name="Oval 11">
              <a:extLst>
                <a:ext uri="{FF2B5EF4-FFF2-40B4-BE49-F238E27FC236}">
                  <a16:creationId xmlns:a16="http://schemas.microsoft.com/office/drawing/2014/main" id="{52234991-8C46-A847-A108-927D20BFE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9856" y="33537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90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E83F0CF-536E-D444-A55A-D3B69D675C1E}"/>
                </a:ext>
              </a:extLst>
            </p:cNvPr>
            <p:cNvCxnSpPr>
              <a:cxnSpLocks/>
              <a:stCxn id="61" idx="1"/>
            </p:cNvCxnSpPr>
            <p:nvPr/>
          </p:nvCxnSpPr>
          <p:spPr bwMode="auto">
            <a:xfrm flipH="1" flipV="1">
              <a:off x="3738342" y="3026203"/>
              <a:ext cx="199119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EA803E97-FE96-2448-BF0F-73EE3FDC1319}"/>
              </a:ext>
            </a:extLst>
          </p:cNvPr>
          <p:cNvSpPr/>
          <p:nvPr/>
        </p:nvSpPr>
        <p:spPr bwMode="auto">
          <a:xfrm>
            <a:off x="2579848" y="4557807"/>
            <a:ext cx="633078" cy="633078"/>
          </a:xfrm>
          <a:prstGeom prst="ellipse">
            <a:avLst/>
          </a:prstGeom>
          <a:solidFill>
            <a:schemeClr val="tx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464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3">
            <a:extLst>
              <a:ext uri="{FF2B5EF4-FFF2-40B4-BE49-F238E27FC236}">
                <a16:creationId xmlns:a16="http://schemas.microsoft.com/office/drawing/2014/main" id="{3B018F17-186B-5E4F-AFB2-3E191286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567455"/>
            <a:ext cx="4322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</a:t>
            </a:r>
            <a:r>
              <a:rPr lang="es-ES_tradnl" altLang="es-EC" b="1" dirty="0"/>
              <a:t>Derecha - Izquierda</a:t>
            </a:r>
            <a:endParaRPr lang="en-US" altLang="en-US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27FB22F0-FAFC-A946-9F66-2C36BF1B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1043444"/>
            <a:ext cx="4754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Se arregla con rotación </a:t>
            </a:r>
            <a:r>
              <a:rPr lang="es-ES_tradnl" altLang="es-EC" b="1" dirty="0"/>
              <a:t>Izquierda - Derecha</a:t>
            </a:r>
            <a:endParaRPr lang="en-US" alt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1C9AF50-AD2C-B94B-BF5E-F76FEB24A754}"/>
              </a:ext>
            </a:extLst>
          </p:cNvPr>
          <p:cNvSpPr/>
          <p:nvPr/>
        </p:nvSpPr>
        <p:spPr bwMode="auto">
          <a:xfrm>
            <a:off x="3356880" y="2982751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647766E-C0F2-334A-B163-B81B0C52C7BD}"/>
              </a:ext>
            </a:extLst>
          </p:cNvPr>
          <p:cNvSpPr/>
          <p:nvPr/>
        </p:nvSpPr>
        <p:spPr bwMode="auto">
          <a:xfrm>
            <a:off x="2837371" y="3697914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373759B3-7CB1-BB4B-9C73-B0E94C1BE65C}"/>
              </a:ext>
            </a:extLst>
          </p:cNvPr>
          <p:cNvSpPr/>
          <p:nvPr/>
        </p:nvSpPr>
        <p:spPr bwMode="auto">
          <a:xfrm rot="3739164" flipH="1">
            <a:off x="2355256" y="3053596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D2C50A2-00F3-AC48-9C58-4317F0FF4772}"/>
              </a:ext>
            </a:extLst>
          </p:cNvPr>
          <p:cNvSpPr/>
          <p:nvPr/>
        </p:nvSpPr>
        <p:spPr bwMode="auto">
          <a:xfrm rot="17860836">
            <a:off x="2940299" y="2303031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3EB771D-9DDC-9D41-BD9F-53D63479E06C}"/>
              </a:ext>
            </a:extLst>
          </p:cNvPr>
          <p:cNvGrpSpPr/>
          <p:nvPr/>
        </p:nvGrpSpPr>
        <p:grpSpPr>
          <a:xfrm>
            <a:off x="5537458" y="2479769"/>
            <a:ext cx="1447135" cy="1180050"/>
            <a:chOff x="2820161" y="2632169"/>
            <a:chExt cx="1447135" cy="1180050"/>
          </a:xfrm>
        </p:grpSpPr>
        <p:sp>
          <p:nvSpPr>
            <p:cNvPr id="63" name="Oval 10">
              <a:extLst>
                <a:ext uri="{FF2B5EF4-FFF2-40B4-BE49-F238E27FC236}">
                  <a16:creationId xmlns:a16="http://schemas.microsoft.com/office/drawing/2014/main" id="{785C909F-E74C-1046-A9E9-0846C987B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000" y="2632169"/>
              <a:ext cx="459657" cy="461639"/>
            </a:xfrm>
            <a:prstGeom prst="ellipse">
              <a:avLst/>
            </a:prstGeom>
            <a:solidFill>
              <a:srgbClr val="FF0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75</a:t>
              </a:r>
            </a:p>
          </p:txBody>
        </p:sp>
        <p:sp>
          <p:nvSpPr>
            <p:cNvPr id="64" name="Oval 11">
              <a:extLst>
                <a:ext uri="{FF2B5EF4-FFF2-40B4-BE49-F238E27FC236}">
                  <a16:creationId xmlns:a16="http://schemas.microsoft.com/office/drawing/2014/main" id="{FF0B559F-EA5D-AF4C-9B4D-179C11EAB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161" y="335058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50</a:t>
              </a:r>
            </a:p>
          </p:txBody>
        </p: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60096FD9-63A3-7B40-A0D3-44E33C33E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5657" y="335058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80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8B8023C-FCEA-1C4C-82DE-80DBB05879C2}"/>
                </a:ext>
              </a:extLst>
            </p:cNvPr>
            <p:cNvCxnSpPr>
              <a:cxnSpLocks/>
              <a:stCxn id="63" idx="5"/>
              <a:endCxn id="65" idx="1"/>
            </p:cNvCxnSpPr>
            <p:nvPr/>
          </p:nvCxnSpPr>
          <p:spPr bwMode="auto">
            <a:xfrm>
              <a:off x="3738342" y="3026203"/>
              <a:ext cx="134920" cy="39198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DA27291-B5A1-0B40-B189-3F42C04CD27D}"/>
                </a:ext>
              </a:extLst>
            </p:cNvPr>
            <p:cNvCxnSpPr>
              <a:cxnSpLocks/>
              <a:stCxn id="64" idx="7"/>
              <a:endCxn id="63" idx="3"/>
            </p:cNvCxnSpPr>
            <p:nvPr/>
          </p:nvCxnSpPr>
          <p:spPr bwMode="auto">
            <a:xfrm flipV="1">
              <a:off x="3214195" y="3026203"/>
              <a:ext cx="199120" cy="39198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2126FB9-CB43-474E-A807-D83AA6E6CD08}"/>
              </a:ext>
            </a:extLst>
          </p:cNvPr>
          <p:cNvGrpSpPr/>
          <p:nvPr/>
        </p:nvGrpSpPr>
        <p:grpSpPr>
          <a:xfrm>
            <a:off x="2317863" y="3595357"/>
            <a:ext cx="461639" cy="789165"/>
            <a:chOff x="2317863" y="3595357"/>
            <a:chExt cx="461639" cy="789165"/>
          </a:xfrm>
        </p:grpSpPr>
        <p:sp>
          <p:nvSpPr>
            <p:cNvPr id="47" name="Oval 11">
              <a:extLst>
                <a:ext uri="{FF2B5EF4-FFF2-40B4-BE49-F238E27FC236}">
                  <a16:creationId xmlns:a16="http://schemas.microsoft.com/office/drawing/2014/main" id="{9A2D461C-C313-F34E-AD0A-0382C13AF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863" y="3922883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45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CDA8DE6-7C16-3D4E-BE71-7D8E2D4710BA}"/>
                </a:ext>
              </a:extLst>
            </p:cNvPr>
            <p:cNvCxnSpPr>
              <a:cxnSpLocks/>
              <a:endCxn id="47" idx="0"/>
            </p:cNvCxnSpPr>
            <p:nvPr/>
          </p:nvCxnSpPr>
          <p:spPr bwMode="auto">
            <a:xfrm flipH="1">
              <a:off x="2548683" y="3595357"/>
              <a:ext cx="186683" cy="327526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1CC0937-53A3-B84D-B8AA-52872DE892DA}"/>
              </a:ext>
            </a:extLst>
          </p:cNvPr>
          <p:cNvGrpSpPr/>
          <p:nvPr/>
        </p:nvGrpSpPr>
        <p:grpSpPr>
          <a:xfrm>
            <a:off x="3585350" y="2873802"/>
            <a:ext cx="593153" cy="789162"/>
            <a:chOff x="3738342" y="3026203"/>
            <a:chExt cx="593153" cy="789162"/>
          </a:xfrm>
        </p:grpSpPr>
        <p:sp>
          <p:nvSpPr>
            <p:cNvPr id="51" name="Oval 11">
              <a:extLst>
                <a:ext uri="{FF2B5EF4-FFF2-40B4-BE49-F238E27FC236}">
                  <a16:creationId xmlns:a16="http://schemas.microsoft.com/office/drawing/2014/main" id="{29D7338C-F914-6A4B-A6FC-BD8DE223F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9856" y="33537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90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DA46F20-51A8-2A41-9C98-01D882B451CC}"/>
                </a:ext>
              </a:extLst>
            </p:cNvPr>
            <p:cNvCxnSpPr>
              <a:cxnSpLocks/>
              <a:stCxn id="51" idx="1"/>
            </p:cNvCxnSpPr>
            <p:nvPr/>
          </p:nvCxnSpPr>
          <p:spPr bwMode="auto">
            <a:xfrm flipH="1" flipV="1">
              <a:off x="3738342" y="3026203"/>
              <a:ext cx="199119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A7ED6ABF-D9B0-6848-9D07-A73ED78BC5F4}"/>
              </a:ext>
            </a:extLst>
          </p:cNvPr>
          <p:cNvSpPr/>
          <p:nvPr/>
        </p:nvSpPr>
        <p:spPr bwMode="auto">
          <a:xfrm>
            <a:off x="2228353" y="3832127"/>
            <a:ext cx="633078" cy="633078"/>
          </a:xfrm>
          <a:prstGeom prst="ellipse">
            <a:avLst/>
          </a:prstGeom>
          <a:solidFill>
            <a:schemeClr val="tx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C05D7CD4-8C17-7243-900F-8E3D12C4CB96}"/>
              </a:ext>
            </a:extLst>
          </p:cNvPr>
          <p:cNvSpPr/>
          <p:nvPr/>
        </p:nvSpPr>
        <p:spPr bwMode="auto">
          <a:xfrm>
            <a:off x="2567836" y="2311052"/>
            <a:ext cx="1290180" cy="2185792"/>
          </a:xfrm>
          <a:custGeom>
            <a:avLst/>
            <a:gdLst>
              <a:gd name="connsiteX0" fmla="*/ 1290180 w 1290180"/>
              <a:gd name="connsiteY0" fmla="*/ 344466 h 2185792"/>
              <a:gd name="connsiteX1" fmla="*/ 1171183 w 1290180"/>
              <a:gd name="connsiteY1" fmla="*/ 100208 h 2185792"/>
              <a:gd name="connsiteX2" fmla="*/ 933189 w 1290180"/>
              <a:gd name="connsiteY2" fmla="*/ 0 h 2185792"/>
              <a:gd name="connsiteX3" fmla="*/ 682668 w 1290180"/>
              <a:gd name="connsiteY3" fmla="*/ 37578 h 2185792"/>
              <a:gd name="connsiteX4" fmla="*/ 507304 w 1290180"/>
              <a:gd name="connsiteY4" fmla="*/ 237995 h 2185792"/>
              <a:gd name="connsiteX5" fmla="*/ 25052 w 1290180"/>
              <a:gd name="connsiteY5" fmla="*/ 1014608 h 2185792"/>
              <a:gd name="connsiteX6" fmla="*/ 0 w 1290180"/>
              <a:gd name="connsiteY6" fmla="*/ 1152395 h 2185792"/>
              <a:gd name="connsiteX7" fmla="*/ 43841 w 1290180"/>
              <a:gd name="connsiteY7" fmla="*/ 1346548 h 2185792"/>
              <a:gd name="connsiteX8" fmla="*/ 181627 w 1290180"/>
              <a:gd name="connsiteY8" fmla="*/ 1446756 h 2185792"/>
              <a:gd name="connsiteX9" fmla="*/ 288098 w 1290180"/>
              <a:gd name="connsiteY9" fmla="*/ 1659699 h 2185792"/>
              <a:gd name="connsiteX10" fmla="*/ 350728 w 1290180"/>
              <a:gd name="connsiteY10" fmla="*/ 1810011 h 2185792"/>
              <a:gd name="connsiteX11" fmla="*/ 375780 w 1290180"/>
              <a:gd name="connsiteY11" fmla="*/ 1966586 h 2185792"/>
              <a:gd name="connsiteX12" fmla="*/ 450937 w 1290180"/>
              <a:gd name="connsiteY12" fmla="*/ 2091847 h 2185792"/>
              <a:gd name="connsiteX13" fmla="*/ 613775 w 1290180"/>
              <a:gd name="connsiteY13" fmla="*/ 2185792 h 2185792"/>
              <a:gd name="connsiteX14" fmla="*/ 839243 w 1290180"/>
              <a:gd name="connsiteY14" fmla="*/ 2167003 h 2185792"/>
              <a:gd name="connsiteX15" fmla="*/ 989556 w 1290180"/>
              <a:gd name="connsiteY15" fmla="*/ 2041743 h 2185792"/>
              <a:gd name="connsiteX16" fmla="*/ 1058449 w 1290180"/>
              <a:gd name="connsiteY16" fmla="*/ 1897693 h 2185792"/>
              <a:gd name="connsiteX17" fmla="*/ 1027134 w 1290180"/>
              <a:gd name="connsiteY17" fmla="*/ 1734855 h 2185792"/>
              <a:gd name="connsiteX18" fmla="*/ 983293 w 1290180"/>
              <a:gd name="connsiteY18" fmla="*/ 1572016 h 2185792"/>
              <a:gd name="connsiteX19" fmla="*/ 858032 w 1290180"/>
              <a:gd name="connsiteY19" fmla="*/ 1503123 h 2185792"/>
              <a:gd name="connsiteX20" fmla="*/ 789139 w 1290180"/>
              <a:gd name="connsiteY20" fmla="*/ 1515649 h 2185792"/>
              <a:gd name="connsiteX21" fmla="*/ 663879 w 1290180"/>
              <a:gd name="connsiteY21" fmla="*/ 1240077 h 2185792"/>
              <a:gd name="connsiteX22" fmla="*/ 688931 w 1290180"/>
              <a:gd name="connsiteY22" fmla="*/ 1089764 h 2185792"/>
              <a:gd name="connsiteX23" fmla="*/ 638827 w 1290180"/>
              <a:gd name="connsiteY23" fmla="*/ 977030 h 2185792"/>
              <a:gd name="connsiteX24" fmla="*/ 732772 w 1290180"/>
              <a:gd name="connsiteY24" fmla="*/ 782877 h 2185792"/>
              <a:gd name="connsiteX25" fmla="*/ 732772 w 1290180"/>
              <a:gd name="connsiteY25" fmla="*/ 782877 h 2185792"/>
              <a:gd name="connsiteX26" fmla="*/ 1008345 w 1290180"/>
              <a:gd name="connsiteY26" fmla="*/ 720247 h 2185792"/>
              <a:gd name="connsiteX27" fmla="*/ 1158657 w 1290180"/>
              <a:gd name="connsiteY27" fmla="*/ 588723 h 2185792"/>
              <a:gd name="connsiteX28" fmla="*/ 1208761 w 1290180"/>
              <a:gd name="connsiteY28" fmla="*/ 463463 h 2185792"/>
              <a:gd name="connsiteX29" fmla="*/ 1290180 w 1290180"/>
              <a:gd name="connsiteY29" fmla="*/ 344466 h 2185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290180" h="2185792">
                <a:moveTo>
                  <a:pt x="1290180" y="344466"/>
                </a:moveTo>
                <a:lnTo>
                  <a:pt x="1171183" y="100208"/>
                </a:lnTo>
                <a:lnTo>
                  <a:pt x="933189" y="0"/>
                </a:lnTo>
                <a:lnTo>
                  <a:pt x="682668" y="37578"/>
                </a:lnTo>
                <a:lnTo>
                  <a:pt x="507304" y="237995"/>
                </a:lnTo>
                <a:lnTo>
                  <a:pt x="25052" y="1014608"/>
                </a:lnTo>
                <a:lnTo>
                  <a:pt x="0" y="1152395"/>
                </a:lnTo>
                <a:lnTo>
                  <a:pt x="43841" y="1346548"/>
                </a:lnTo>
                <a:lnTo>
                  <a:pt x="181627" y="1446756"/>
                </a:lnTo>
                <a:lnTo>
                  <a:pt x="288098" y="1659699"/>
                </a:lnTo>
                <a:lnTo>
                  <a:pt x="350728" y="1810011"/>
                </a:lnTo>
                <a:lnTo>
                  <a:pt x="375780" y="1966586"/>
                </a:lnTo>
                <a:lnTo>
                  <a:pt x="450937" y="2091847"/>
                </a:lnTo>
                <a:lnTo>
                  <a:pt x="613775" y="2185792"/>
                </a:lnTo>
                <a:lnTo>
                  <a:pt x="839243" y="2167003"/>
                </a:lnTo>
                <a:lnTo>
                  <a:pt x="989556" y="2041743"/>
                </a:lnTo>
                <a:lnTo>
                  <a:pt x="1058449" y="1897693"/>
                </a:lnTo>
                <a:lnTo>
                  <a:pt x="1027134" y="1734855"/>
                </a:lnTo>
                <a:lnTo>
                  <a:pt x="983293" y="1572016"/>
                </a:lnTo>
                <a:lnTo>
                  <a:pt x="858032" y="1503123"/>
                </a:lnTo>
                <a:lnTo>
                  <a:pt x="789139" y="1515649"/>
                </a:lnTo>
                <a:lnTo>
                  <a:pt x="663879" y="1240077"/>
                </a:lnTo>
                <a:lnTo>
                  <a:pt x="688931" y="1089764"/>
                </a:lnTo>
                <a:lnTo>
                  <a:pt x="638827" y="977030"/>
                </a:lnTo>
                <a:lnTo>
                  <a:pt x="732772" y="782877"/>
                </a:lnTo>
                <a:lnTo>
                  <a:pt x="732772" y="782877"/>
                </a:lnTo>
                <a:lnTo>
                  <a:pt x="1008345" y="720247"/>
                </a:lnTo>
                <a:lnTo>
                  <a:pt x="1158657" y="588723"/>
                </a:lnTo>
                <a:lnTo>
                  <a:pt x="1208761" y="463463"/>
                </a:lnTo>
                <a:lnTo>
                  <a:pt x="1290180" y="344466"/>
                </a:lnTo>
                <a:close/>
              </a:path>
            </a:pathLst>
          </a:custGeom>
          <a:solidFill>
            <a:schemeClr val="tx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41F299F-04C6-D048-A4C4-030400B77420}"/>
              </a:ext>
            </a:extLst>
          </p:cNvPr>
          <p:cNvSpPr/>
          <p:nvPr/>
        </p:nvSpPr>
        <p:spPr bwMode="auto">
          <a:xfrm>
            <a:off x="3629136" y="3117144"/>
            <a:ext cx="633078" cy="633078"/>
          </a:xfrm>
          <a:prstGeom prst="ellipse">
            <a:avLst/>
          </a:prstGeom>
          <a:solidFill>
            <a:schemeClr val="tx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046599B-DD9E-6A4D-A944-48D2122E607F}"/>
              </a:ext>
            </a:extLst>
          </p:cNvPr>
          <p:cNvGrpSpPr/>
          <p:nvPr/>
        </p:nvGrpSpPr>
        <p:grpSpPr>
          <a:xfrm>
            <a:off x="5184609" y="3595357"/>
            <a:ext cx="461639" cy="789165"/>
            <a:chOff x="2317863" y="3595357"/>
            <a:chExt cx="461639" cy="789165"/>
          </a:xfrm>
        </p:grpSpPr>
        <p:sp>
          <p:nvSpPr>
            <p:cNvPr id="58" name="Oval 11">
              <a:extLst>
                <a:ext uri="{FF2B5EF4-FFF2-40B4-BE49-F238E27FC236}">
                  <a16:creationId xmlns:a16="http://schemas.microsoft.com/office/drawing/2014/main" id="{64D334C4-BAD0-FE4B-AD7D-E1761F100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863" y="3922883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45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93A1854-CC59-7948-8586-E57568F850F1}"/>
                </a:ext>
              </a:extLst>
            </p:cNvPr>
            <p:cNvCxnSpPr>
              <a:cxnSpLocks/>
              <a:endCxn id="58" idx="0"/>
            </p:cNvCxnSpPr>
            <p:nvPr/>
          </p:nvCxnSpPr>
          <p:spPr bwMode="auto">
            <a:xfrm flipH="1">
              <a:off x="2548683" y="3595357"/>
              <a:ext cx="186683" cy="327526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7E57FCC-6724-1E4C-9594-5460322FD7B8}"/>
              </a:ext>
            </a:extLst>
          </p:cNvPr>
          <p:cNvGrpSpPr/>
          <p:nvPr/>
        </p:nvGrpSpPr>
        <p:grpSpPr>
          <a:xfrm>
            <a:off x="6876256" y="3595360"/>
            <a:ext cx="593153" cy="789162"/>
            <a:chOff x="3738342" y="3026203"/>
            <a:chExt cx="593153" cy="789162"/>
          </a:xfrm>
        </p:grpSpPr>
        <p:sp>
          <p:nvSpPr>
            <p:cNvPr id="61" name="Oval 11">
              <a:extLst>
                <a:ext uri="{FF2B5EF4-FFF2-40B4-BE49-F238E27FC236}">
                  <a16:creationId xmlns:a16="http://schemas.microsoft.com/office/drawing/2014/main" id="{52234991-8C46-A847-A108-927D20BFE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9856" y="33537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90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E83F0CF-536E-D444-A55A-D3B69D675C1E}"/>
                </a:ext>
              </a:extLst>
            </p:cNvPr>
            <p:cNvCxnSpPr>
              <a:cxnSpLocks/>
              <a:stCxn id="61" idx="1"/>
            </p:cNvCxnSpPr>
            <p:nvPr/>
          </p:nvCxnSpPr>
          <p:spPr bwMode="auto">
            <a:xfrm flipH="1" flipV="1">
              <a:off x="3738342" y="3026203"/>
              <a:ext cx="199119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EA803E97-FE96-2448-BF0F-73EE3FDC1319}"/>
              </a:ext>
            </a:extLst>
          </p:cNvPr>
          <p:cNvSpPr/>
          <p:nvPr/>
        </p:nvSpPr>
        <p:spPr bwMode="auto">
          <a:xfrm>
            <a:off x="2579848" y="4557807"/>
            <a:ext cx="633078" cy="633078"/>
          </a:xfrm>
          <a:prstGeom prst="ellipse">
            <a:avLst/>
          </a:prstGeom>
          <a:solidFill>
            <a:schemeClr val="tx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53" name="Oval 1">
            <a:extLst>
              <a:ext uri="{FF2B5EF4-FFF2-40B4-BE49-F238E27FC236}">
                <a16:creationId xmlns:a16="http://schemas.microsoft.com/office/drawing/2014/main" id="{C5F5B0CC-CA82-6E45-8EB3-C86C7D7EF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6259" y="464438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945ED77-12BF-DC43-978B-8478934993B6}"/>
              </a:ext>
            </a:extLst>
          </p:cNvPr>
          <p:cNvCxnSpPr>
            <a:cxnSpLocks/>
            <a:stCxn id="64" idx="5"/>
          </p:cNvCxnSpPr>
          <p:nvPr/>
        </p:nvCxnSpPr>
        <p:spPr bwMode="auto">
          <a:xfrm>
            <a:off x="5931492" y="3592214"/>
            <a:ext cx="175176" cy="33798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099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3.7037E-7 L 0.35365 -0.1060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74" y="-5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E7E57FCC-6724-1E4C-9594-5460322FD7B8}"/>
              </a:ext>
            </a:extLst>
          </p:cNvPr>
          <p:cNvGrpSpPr/>
          <p:nvPr/>
        </p:nvGrpSpPr>
        <p:grpSpPr>
          <a:xfrm>
            <a:off x="6876256" y="3595360"/>
            <a:ext cx="593153" cy="789162"/>
            <a:chOff x="3738342" y="3026203"/>
            <a:chExt cx="593153" cy="789162"/>
          </a:xfrm>
        </p:grpSpPr>
        <p:sp>
          <p:nvSpPr>
            <p:cNvPr id="61" name="Oval 11">
              <a:extLst>
                <a:ext uri="{FF2B5EF4-FFF2-40B4-BE49-F238E27FC236}">
                  <a16:creationId xmlns:a16="http://schemas.microsoft.com/office/drawing/2014/main" id="{52234991-8C46-A847-A108-927D20BFE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9856" y="33537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90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E83F0CF-536E-D444-A55A-D3B69D675C1E}"/>
                </a:ext>
              </a:extLst>
            </p:cNvPr>
            <p:cNvCxnSpPr>
              <a:cxnSpLocks/>
              <a:stCxn id="61" idx="1"/>
            </p:cNvCxnSpPr>
            <p:nvPr/>
          </p:nvCxnSpPr>
          <p:spPr bwMode="auto">
            <a:xfrm flipH="1" flipV="1">
              <a:off x="3738342" y="3026203"/>
              <a:ext cx="199119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600" y="2479769"/>
            <a:ext cx="459657" cy="461639"/>
          </a:xfrm>
          <a:prstGeom prst="ellipse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456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863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659" y="392288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548683" y="3595360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3061795" y="3595360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585942" y="2873803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3061795" y="2873803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761" y="464444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3061795" y="4384525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3">
            <a:extLst>
              <a:ext uri="{FF2B5EF4-FFF2-40B4-BE49-F238E27FC236}">
                <a16:creationId xmlns:a16="http://schemas.microsoft.com/office/drawing/2014/main" id="{3B018F17-186B-5E4F-AFB2-3E191286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567455"/>
            <a:ext cx="4322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</a:t>
            </a:r>
            <a:r>
              <a:rPr lang="es-ES_tradnl" altLang="es-EC" b="1" dirty="0"/>
              <a:t>Derecha - Izquierda</a:t>
            </a:r>
            <a:endParaRPr lang="en-US" altLang="en-US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27FB22F0-FAFC-A946-9F66-2C36BF1B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1043444"/>
            <a:ext cx="4754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Se arregla con rotación </a:t>
            </a:r>
            <a:r>
              <a:rPr lang="es-ES_tradnl" altLang="es-EC" b="1" dirty="0"/>
              <a:t>Izquierda - Derecha</a:t>
            </a:r>
            <a:endParaRPr lang="en-US" alt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1C9AF50-AD2C-B94B-BF5E-F76FEB24A754}"/>
              </a:ext>
            </a:extLst>
          </p:cNvPr>
          <p:cNvSpPr/>
          <p:nvPr/>
        </p:nvSpPr>
        <p:spPr bwMode="auto">
          <a:xfrm>
            <a:off x="3356880" y="2982751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647766E-C0F2-334A-B163-B81B0C52C7BD}"/>
              </a:ext>
            </a:extLst>
          </p:cNvPr>
          <p:cNvSpPr/>
          <p:nvPr/>
        </p:nvSpPr>
        <p:spPr bwMode="auto">
          <a:xfrm>
            <a:off x="2837371" y="3697914"/>
            <a:ext cx="122418" cy="122418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373759B3-7CB1-BB4B-9C73-B0E94C1BE65C}"/>
              </a:ext>
            </a:extLst>
          </p:cNvPr>
          <p:cNvSpPr/>
          <p:nvPr/>
        </p:nvSpPr>
        <p:spPr bwMode="auto">
          <a:xfrm rot="3739164" flipH="1">
            <a:off x="2355256" y="3053596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D2C50A2-00F3-AC48-9C58-4317F0FF4772}"/>
              </a:ext>
            </a:extLst>
          </p:cNvPr>
          <p:cNvSpPr/>
          <p:nvPr/>
        </p:nvSpPr>
        <p:spPr bwMode="auto">
          <a:xfrm rot="17860836">
            <a:off x="2940299" y="2303031"/>
            <a:ext cx="1000909" cy="905387"/>
          </a:xfrm>
          <a:prstGeom prst="arc">
            <a:avLst>
              <a:gd name="adj1" fmla="val 13261507"/>
              <a:gd name="adj2" fmla="val 1290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3EB771D-9DDC-9D41-BD9F-53D63479E06C}"/>
              </a:ext>
            </a:extLst>
          </p:cNvPr>
          <p:cNvGrpSpPr/>
          <p:nvPr/>
        </p:nvGrpSpPr>
        <p:grpSpPr>
          <a:xfrm>
            <a:off x="5537458" y="2479769"/>
            <a:ext cx="1447135" cy="1180050"/>
            <a:chOff x="2820161" y="2632169"/>
            <a:chExt cx="1447135" cy="1180050"/>
          </a:xfrm>
        </p:grpSpPr>
        <p:sp>
          <p:nvSpPr>
            <p:cNvPr id="63" name="Oval 10">
              <a:extLst>
                <a:ext uri="{FF2B5EF4-FFF2-40B4-BE49-F238E27FC236}">
                  <a16:creationId xmlns:a16="http://schemas.microsoft.com/office/drawing/2014/main" id="{785C909F-E74C-1046-A9E9-0846C987B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000" y="2632169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75</a:t>
              </a:r>
              <a:endParaRPr lang="en-US" altLang="en-US" sz="1400" dirty="0"/>
            </a:p>
          </p:txBody>
        </p:sp>
        <p:sp>
          <p:nvSpPr>
            <p:cNvPr id="64" name="Oval 11">
              <a:extLst>
                <a:ext uri="{FF2B5EF4-FFF2-40B4-BE49-F238E27FC236}">
                  <a16:creationId xmlns:a16="http://schemas.microsoft.com/office/drawing/2014/main" id="{FF0B559F-EA5D-AF4C-9B4D-179C11EAB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161" y="335058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50</a:t>
              </a:r>
              <a:endParaRPr lang="en-US" altLang="en-US" sz="1400" dirty="0"/>
            </a:p>
          </p:txBody>
        </p: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60096FD9-63A3-7B40-A0D3-44E33C33E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5657" y="335058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80</a:t>
              </a:r>
              <a:endParaRPr lang="en-US" altLang="en-US" sz="1400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8B8023C-FCEA-1C4C-82DE-80DBB05879C2}"/>
                </a:ext>
              </a:extLst>
            </p:cNvPr>
            <p:cNvCxnSpPr>
              <a:cxnSpLocks/>
              <a:stCxn id="63" idx="5"/>
              <a:endCxn id="65" idx="1"/>
            </p:cNvCxnSpPr>
            <p:nvPr/>
          </p:nvCxnSpPr>
          <p:spPr bwMode="auto">
            <a:xfrm>
              <a:off x="3738342" y="3026203"/>
              <a:ext cx="134920" cy="391982"/>
            </a:xfrm>
            <a:prstGeom prst="lin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DA27291-B5A1-0B40-B189-3F42C04CD27D}"/>
                </a:ext>
              </a:extLst>
            </p:cNvPr>
            <p:cNvCxnSpPr>
              <a:cxnSpLocks/>
              <a:stCxn id="64" idx="7"/>
              <a:endCxn id="63" idx="3"/>
            </p:cNvCxnSpPr>
            <p:nvPr/>
          </p:nvCxnSpPr>
          <p:spPr bwMode="auto">
            <a:xfrm flipV="1">
              <a:off x="3214195" y="3026203"/>
              <a:ext cx="199120" cy="391982"/>
            </a:xfrm>
            <a:prstGeom prst="lin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2126FB9-CB43-474E-A807-D83AA6E6CD08}"/>
              </a:ext>
            </a:extLst>
          </p:cNvPr>
          <p:cNvGrpSpPr/>
          <p:nvPr/>
        </p:nvGrpSpPr>
        <p:grpSpPr>
          <a:xfrm>
            <a:off x="2317863" y="3595357"/>
            <a:ext cx="461639" cy="789165"/>
            <a:chOff x="2317863" y="3595357"/>
            <a:chExt cx="461639" cy="789165"/>
          </a:xfrm>
        </p:grpSpPr>
        <p:sp>
          <p:nvSpPr>
            <p:cNvPr id="47" name="Oval 11">
              <a:extLst>
                <a:ext uri="{FF2B5EF4-FFF2-40B4-BE49-F238E27FC236}">
                  <a16:creationId xmlns:a16="http://schemas.microsoft.com/office/drawing/2014/main" id="{9A2D461C-C313-F34E-AD0A-0382C13AF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863" y="3922883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45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CDA8DE6-7C16-3D4E-BE71-7D8E2D4710BA}"/>
                </a:ext>
              </a:extLst>
            </p:cNvPr>
            <p:cNvCxnSpPr>
              <a:cxnSpLocks/>
              <a:endCxn id="47" idx="0"/>
            </p:cNvCxnSpPr>
            <p:nvPr/>
          </p:nvCxnSpPr>
          <p:spPr bwMode="auto">
            <a:xfrm flipH="1">
              <a:off x="2548683" y="3595357"/>
              <a:ext cx="186683" cy="327526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1CC0937-53A3-B84D-B8AA-52872DE892DA}"/>
              </a:ext>
            </a:extLst>
          </p:cNvPr>
          <p:cNvGrpSpPr/>
          <p:nvPr/>
        </p:nvGrpSpPr>
        <p:grpSpPr>
          <a:xfrm>
            <a:off x="3585350" y="2873802"/>
            <a:ext cx="593153" cy="789162"/>
            <a:chOff x="3738342" y="3026203"/>
            <a:chExt cx="593153" cy="789162"/>
          </a:xfrm>
        </p:grpSpPr>
        <p:sp>
          <p:nvSpPr>
            <p:cNvPr id="51" name="Oval 11">
              <a:extLst>
                <a:ext uri="{FF2B5EF4-FFF2-40B4-BE49-F238E27FC236}">
                  <a16:creationId xmlns:a16="http://schemas.microsoft.com/office/drawing/2014/main" id="{29D7338C-F914-6A4B-A6FC-BD8DE223F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9856" y="33537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90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DA46F20-51A8-2A41-9C98-01D882B451CC}"/>
                </a:ext>
              </a:extLst>
            </p:cNvPr>
            <p:cNvCxnSpPr>
              <a:cxnSpLocks/>
              <a:stCxn id="51" idx="1"/>
            </p:cNvCxnSpPr>
            <p:nvPr/>
          </p:nvCxnSpPr>
          <p:spPr bwMode="auto">
            <a:xfrm flipH="1" flipV="1">
              <a:off x="3738342" y="3026203"/>
              <a:ext cx="199119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A7ED6ABF-D9B0-6848-9D07-A73ED78BC5F4}"/>
              </a:ext>
            </a:extLst>
          </p:cNvPr>
          <p:cNvSpPr/>
          <p:nvPr/>
        </p:nvSpPr>
        <p:spPr bwMode="auto">
          <a:xfrm>
            <a:off x="2228353" y="3832127"/>
            <a:ext cx="633078" cy="633078"/>
          </a:xfrm>
          <a:prstGeom prst="ellipse">
            <a:avLst/>
          </a:prstGeom>
          <a:solidFill>
            <a:schemeClr val="tx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C05D7CD4-8C17-7243-900F-8E3D12C4CB96}"/>
              </a:ext>
            </a:extLst>
          </p:cNvPr>
          <p:cNvSpPr/>
          <p:nvPr/>
        </p:nvSpPr>
        <p:spPr bwMode="auto">
          <a:xfrm>
            <a:off x="2567836" y="2311052"/>
            <a:ext cx="1290180" cy="2185792"/>
          </a:xfrm>
          <a:custGeom>
            <a:avLst/>
            <a:gdLst>
              <a:gd name="connsiteX0" fmla="*/ 1290180 w 1290180"/>
              <a:gd name="connsiteY0" fmla="*/ 344466 h 2185792"/>
              <a:gd name="connsiteX1" fmla="*/ 1171183 w 1290180"/>
              <a:gd name="connsiteY1" fmla="*/ 100208 h 2185792"/>
              <a:gd name="connsiteX2" fmla="*/ 933189 w 1290180"/>
              <a:gd name="connsiteY2" fmla="*/ 0 h 2185792"/>
              <a:gd name="connsiteX3" fmla="*/ 682668 w 1290180"/>
              <a:gd name="connsiteY3" fmla="*/ 37578 h 2185792"/>
              <a:gd name="connsiteX4" fmla="*/ 507304 w 1290180"/>
              <a:gd name="connsiteY4" fmla="*/ 237995 h 2185792"/>
              <a:gd name="connsiteX5" fmla="*/ 25052 w 1290180"/>
              <a:gd name="connsiteY5" fmla="*/ 1014608 h 2185792"/>
              <a:gd name="connsiteX6" fmla="*/ 0 w 1290180"/>
              <a:gd name="connsiteY6" fmla="*/ 1152395 h 2185792"/>
              <a:gd name="connsiteX7" fmla="*/ 43841 w 1290180"/>
              <a:gd name="connsiteY7" fmla="*/ 1346548 h 2185792"/>
              <a:gd name="connsiteX8" fmla="*/ 181627 w 1290180"/>
              <a:gd name="connsiteY8" fmla="*/ 1446756 h 2185792"/>
              <a:gd name="connsiteX9" fmla="*/ 288098 w 1290180"/>
              <a:gd name="connsiteY9" fmla="*/ 1659699 h 2185792"/>
              <a:gd name="connsiteX10" fmla="*/ 350728 w 1290180"/>
              <a:gd name="connsiteY10" fmla="*/ 1810011 h 2185792"/>
              <a:gd name="connsiteX11" fmla="*/ 375780 w 1290180"/>
              <a:gd name="connsiteY11" fmla="*/ 1966586 h 2185792"/>
              <a:gd name="connsiteX12" fmla="*/ 450937 w 1290180"/>
              <a:gd name="connsiteY12" fmla="*/ 2091847 h 2185792"/>
              <a:gd name="connsiteX13" fmla="*/ 613775 w 1290180"/>
              <a:gd name="connsiteY13" fmla="*/ 2185792 h 2185792"/>
              <a:gd name="connsiteX14" fmla="*/ 839243 w 1290180"/>
              <a:gd name="connsiteY14" fmla="*/ 2167003 h 2185792"/>
              <a:gd name="connsiteX15" fmla="*/ 989556 w 1290180"/>
              <a:gd name="connsiteY15" fmla="*/ 2041743 h 2185792"/>
              <a:gd name="connsiteX16" fmla="*/ 1058449 w 1290180"/>
              <a:gd name="connsiteY16" fmla="*/ 1897693 h 2185792"/>
              <a:gd name="connsiteX17" fmla="*/ 1027134 w 1290180"/>
              <a:gd name="connsiteY17" fmla="*/ 1734855 h 2185792"/>
              <a:gd name="connsiteX18" fmla="*/ 983293 w 1290180"/>
              <a:gd name="connsiteY18" fmla="*/ 1572016 h 2185792"/>
              <a:gd name="connsiteX19" fmla="*/ 858032 w 1290180"/>
              <a:gd name="connsiteY19" fmla="*/ 1503123 h 2185792"/>
              <a:gd name="connsiteX20" fmla="*/ 789139 w 1290180"/>
              <a:gd name="connsiteY20" fmla="*/ 1515649 h 2185792"/>
              <a:gd name="connsiteX21" fmla="*/ 663879 w 1290180"/>
              <a:gd name="connsiteY21" fmla="*/ 1240077 h 2185792"/>
              <a:gd name="connsiteX22" fmla="*/ 688931 w 1290180"/>
              <a:gd name="connsiteY22" fmla="*/ 1089764 h 2185792"/>
              <a:gd name="connsiteX23" fmla="*/ 638827 w 1290180"/>
              <a:gd name="connsiteY23" fmla="*/ 977030 h 2185792"/>
              <a:gd name="connsiteX24" fmla="*/ 732772 w 1290180"/>
              <a:gd name="connsiteY24" fmla="*/ 782877 h 2185792"/>
              <a:gd name="connsiteX25" fmla="*/ 732772 w 1290180"/>
              <a:gd name="connsiteY25" fmla="*/ 782877 h 2185792"/>
              <a:gd name="connsiteX26" fmla="*/ 1008345 w 1290180"/>
              <a:gd name="connsiteY26" fmla="*/ 720247 h 2185792"/>
              <a:gd name="connsiteX27" fmla="*/ 1158657 w 1290180"/>
              <a:gd name="connsiteY27" fmla="*/ 588723 h 2185792"/>
              <a:gd name="connsiteX28" fmla="*/ 1208761 w 1290180"/>
              <a:gd name="connsiteY28" fmla="*/ 463463 h 2185792"/>
              <a:gd name="connsiteX29" fmla="*/ 1290180 w 1290180"/>
              <a:gd name="connsiteY29" fmla="*/ 344466 h 2185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290180" h="2185792">
                <a:moveTo>
                  <a:pt x="1290180" y="344466"/>
                </a:moveTo>
                <a:lnTo>
                  <a:pt x="1171183" y="100208"/>
                </a:lnTo>
                <a:lnTo>
                  <a:pt x="933189" y="0"/>
                </a:lnTo>
                <a:lnTo>
                  <a:pt x="682668" y="37578"/>
                </a:lnTo>
                <a:lnTo>
                  <a:pt x="507304" y="237995"/>
                </a:lnTo>
                <a:lnTo>
                  <a:pt x="25052" y="1014608"/>
                </a:lnTo>
                <a:lnTo>
                  <a:pt x="0" y="1152395"/>
                </a:lnTo>
                <a:lnTo>
                  <a:pt x="43841" y="1346548"/>
                </a:lnTo>
                <a:lnTo>
                  <a:pt x="181627" y="1446756"/>
                </a:lnTo>
                <a:lnTo>
                  <a:pt x="288098" y="1659699"/>
                </a:lnTo>
                <a:lnTo>
                  <a:pt x="350728" y="1810011"/>
                </a:lnTo>
                <a:lnTo>
                  <a:pt x="375780" y="1966586"/>
                </a:lnTo>
                <a:lnTo>
                  <a:pt x="450937" y="2091847"/>
                </a:lnTo>
                <a:lnTo>
                  <a:pt x="613775" y="2185792"/>
                </a:lnTo>
                <a:lnTo>
                  <a:pt x="839243" y="2167003"/>
                </a:lnTo>
                <a:lnTo>
                  <a:pt x="989556" y="2041743"/>
                </a:lnTo>
                <a:lnTo>
                  <a:pt x="1058449" y="1897693"/>
                </a:lnTo>
                <a:lnTo>
                  <a:pt x="1027134" y="1734855"/>
                </a:lnTo>
                <a:lnTo>
                  <a:pt x="983293" y="1572016"/>
                </a:lnTo>
                <a:lnTo>
                  <a:pt x="858032" y="1503123"/>
                </a:lnTo>
                <a:lnTo>
                  <a:pt x="789139" y="1515649"/>
                </a:lnTo>
                <a:lnTo>
                  <a:pt x="663879" y="1240077"/>
                </a:lnTo>
                <a:lnTo>
                  <a:pt x="688931" y="1089764"/>
                </a:lnTo>
                <a:lnTo>
                  <a:pt x="638827" y="977030"/>
                </a:lnTo>
                <a:lnTo>
                  <a:pt x="732772" y="782877"/>
                </a:lnTo>
                <a:lnTo>
                  <a:pt x="732772" y="782877"/>
                </a:lnTo>
                <a:lnTo>
                  <a:pt x="1008345" y="720247"/>
                </a:lnTo>
                <a:lnTo>
                  <a:pt x="1158657" y="588723"/>
                </a:lnTo>
                <a:lnTo>
                  <a:pt x="1208761" y="463463"/>
                </a:lnTo>
                <a:lnTo>
                  <a:pt x="1290180" y="344466"/>
                </a:lnTo>
                <a:close/>
              </a:path>
            </a:pathLst>
          </a:custGeom>
          <a:solidFill>
            <a:schemeClr val="tx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41F299F-04C6-D048-A4C4-030400B77420}"/>
              </a:ext>
            </a:extLst>
          </p:cNvPr>
          <p:cNvSpPr/>
          <p:nvPr/>
        </p:nvSpPr>
        <p:spPr bwMode="auto">
          <a:xfrm>
            <a:off x="3629136" y="3117144"/>
            <a:ext cx="633078" cy="633078"/>
          </a:xfrm>
          <a:prstGeom prst="ellipse">
            <a:avLst/>
          </a:prstGeom>
          <a:solidFill>
            <a:schemeClr val="tx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046599B-DD9E-6A4D-A944-48D2122E607F}"/>
              </a:ext>
            </a:extLst>
          </p:cNvPr>
          <p:cNvGrpSpPr/>
          <p:nvPr/>
        </p:nvGrpSpPr>
        <p:grpSpPr>
          <a:xfrm>
            <a:off x="5184609" y="3595357"/>
            <a:ext cx="461639" cy="789165"/>
            <a:chOff x="2317863" y="3595357"/>
            <a:chExt cx="461639" cy="789165"/>
          </a:xfrm>
        </p:grpSpPr>
        <p:sp>
          <p:nvSpPr>
            <p:cNvPr id="58" name="Oval 11">
              <a:extLst>
                <a:ext uri="{FF2B5EF4-FFF2-40B4-BE49-F238E27FC236}">
                  <a16:creationId xmlns:a16="http://schemas.microsoft.com/office/drawing/2014/main" id="{64D334C4-BAD0-FE4B-AD7D-E1761F100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863" y="3922883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45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93A1854-CC59-7948-8586-E57568F850F1}"/>
                </a:ext>
              </a:extLst>
            </p:cNvPr>
            <p:cNvCxnSpPr>
              <a:cxnSpLocks/>
              <a:endCxn id="58" idx="0"/>
            </p:cNvCxnSpPr>
            <p:nvPr/>
          </p:nvCxnSpPr>
          <p:spPr bwMode="auto">
            <a:xfrm flipH="1">
              <a:off x="2548683" y="3595357"/>
              <a:ext cx="186683" cy="327526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EA803E97-FE96-2448-BF0F-73EE3FDC1319}"/>
              </a:ext>
            </a:extLst>
          </p:cNvPr>
          <p:cNvSpPr/>
          <p:nvPr/>
        </p:nvSpPr>
        <p:spPr bwMode="auto">
          <a:xfrm>
            <a:off x="2579848" y="4557807"/>
            <a:ext cx="633078" cy="633078"/>
          </a:xfrm>
          <a:prstGeom prst="ellipse">
            <a:avLst/>
          </a:prstGeom>
          <a:solidFill>
            <a:schemeClr val="tx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53" name="Oval 1">
            <a:extLst>
              <a:ext uri="{FF2B5EF4-FFF2-40B4-BE49-F238E27FC236}">
                <a16:creationId xmlns:a16="http://schemas.microsoft.com/office/drawing/2014/main" id="{C5F5B0CC-CA82-6E45-8EB3-C86C7D7EF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6259" y="4644383"/>
            <a:ext cx="461639" cy="461639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945ED77-12BF-DC43-978B-8478934993B6}"/>
              </a:ext>
            </a:extLst>
          </p:cNvPr>
          <p:cNvCxnSpPr>
            <a:cxnSpLocks/>
            <a:stCxn id="64" idx="5"/>
          </p:cNvCxnSpPr>
          <p:nvPr/>
        </p:nvCxnSpPr>
        <p:spPr bwMode="auto">
          <a:xfrm>
            <a:off x="5931492" y="3592214"/>
            <a:ext cx="175176" cy="33798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Oval 11">
            <a:extLst>
              <a:ext uri="{FF2B5EF4-FFF2-40B4-BE49-F238E27FC236}">
                <a16:creationId xmlns:a16="http://schemas.microsoft.com/office/drawing/2014/main" id="{49F4951A-74B5-4744-893B-EC5AF62C3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5848" y="3928943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2873859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E7E57FCC-6724-1E4C-9594-5460322FD7B8}"/>
              </a:ext>
            </a:extLst>
          </p:cNvPr>
          <p:cNvGrpSpPr/>
          <p:nvPr/>
        </p:nvGrpSpPr>
        <p:grpSpPr>
          <a:xfrm>
            <a:off x="6876256" y="3595360"/>
            <a:ext cx="593153" cy="789162"/>
            <a:chOff x="3738342" y="3026203"/>
            <a:chExt cx="593153" cy="789162"/>
          </a:xfrm>
        </p:grpSpPr>
        <p:sp>
          <p:nvSpPr>
            <p:cNvPr id="61" name="Oval 11">
              <a:extLst>
                <a:ext uri="{FF2B5EF4-FFF2-40B4-BE49-F238E27FC236}">
                  <a16:creationId xmlns:a16="http://schemas.microsoft.com/office/drawing/2014/main" id="{52234991-8C46-A847-A108-927D20BFE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9856" y="33537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90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E83F0CF-536E-D444-A55A-D3B69D675C1E}"/>
                </a:ext>
              </a:extLst>
            </p:cNvPr>
            <p:cNvCxnSpPr>
              <a:cxnSpLocks/>
              <a:stCxn id="61" idx="1"/>
            </p:cNvCxnSpPr>
            <p:nvPr/>
          </p:nvCxnSpPr>
          <p:spPr bwMode="auto">
            <a:xfrm flipH="1" flipV="1">
              <a:off x="3738342" y="3026203"/>
              <a:ext cx="199119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3">
            <a:extLst>
              <a:ext uri="{FF2B5EF4-FFF2-40B4-BE49-F238E27FC236}">
                <a16:creationId xmlns:a16="http://schemas.microsoft.com/office/drawing/2014/main" id="{3B018F17-186B-5E4F-AFB2-3E191286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567455"/>
            <a:ext cx="4322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</a:t>
            </a:r>
            <a:r>
              <a:rPr lang="es-ES_tradnl" altLang="es-EC" b="1" dirty="0"/>
              <a:t>Derecha - Izquierda</a:t>
            </a:r>
            <a:endParaRPr lang="en-US" altLang="en-US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27FB22F0-FAFC-A946-9F66-2C36BF1B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1043444"/>
            <a:ext cx="4754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Se arregla con rotación </a:t>
            </a:r>
            <a:r>
              <a:rPr lang="es-ES_tradnl" altLang="es-EC" b="1" dirty="0"/>
              <a:t>Izquierda - Derecha</a:t>
            </a:r>
            <a:endParaRPr lang="en-US" altLang="en-US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3EB771D-9DDC-9D41-BD9F-53D63479E06C}"/>
              </a:ext>
            </a:extLst>
          </p:cNvPr>
          <p:cNvGrpSpPr/>
          <p:nvPr/>
        </p:nvGrpSpPr>
        <p:grpSpPr>
          <a:xfrm>
            <a:off x="5537458" y="2479769"/>
            <a:ext cx="1447135" cy="1180050"/>
            <a:chOff x="2820161" y="2632169"/>
            <a:chExt cx="1447135" cy="1180050"/>
          </a:xfrm>
        </p:grpSpPr>
        <p:sp>
          <p:nvSpPr>
            <p:cNvPr id="63" name="Oval 10">
              <a:extLst>
                <a:ext uri="{FF2B5EF4-FFF2-40B4-BE49-F238E27FC236}">
                  <a16:creationId xmlns:a16="http://schemas.microsoft.com/office/drawing/2014/main" id="{785C909F-E74C-1046-A9E9-0846C987B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000" y="2632169"/>
              <a:ext cx="459657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75</a:t>
              </a:r>
              <a:endParaRPr lang="en-US" altLang="en-US" sz="1400" dirty="0"/>
            </a:p>
          </p:txBody>
        </p:sp>
        <p:sp>
          <p:nvSpPr>
            <p:cNvPr id="64" name="Oval 11">
              <a:extLst>
                <a:ext uri="{FF2B5EF4-FFF2-40B4-BE49-F238E27FC236}">
                  <a16:creationId xmlns:a16="http://schemas.microsoft.com/office/drawing/2014/main" id="{FF0B559F-EA5D-AF4C-9B4D-179C11EAB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161" y="335058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50</a:t>
              </a:r>
              <a:endParaRPr lang="en-US" altLang="en-US" sz="1400" dirty="0"/>
            </a:p>
          </p:txBody>
        </p: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60096FD9-63A3-7B40-A0D3-44E33C33E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5657" y="3350580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80</a:t>
              </a:r>
              <a:endParaRPr lang="en-US" altLang="en-US" sz="1400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8B8023C-FCEA-1C4C-82DE-80DBB05879C2}"/>
                </a:ext>
              </a:extLst>
            </p:cNvPr>
            <p:cNvCxnSpPr>
              <a:cxnSpLocks/>
              <a:stCxn id="63" idx="5"/>
              <a:endCxn id="65" idx="1"/>
            </p:cNvCxnSpPr>
            <p:nvPr/>
          </p:nvCxnSpPr>
          <p:spPr bwMode="auto">
            <a:xfrm>
              <a:off x="3738342" y="3026203"/>
              <a:ext cx="134920" cy="391982"/>
            </a:xfrm>
            <a:prstGeom prst="lin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DA27291-B5A1-0B40-B189-3F42C04CD27D}"/>
                </a:ext>
              </a:extLst>
            </p:cNvPr>
            <p:cNvCxnSpPr>
              <a:cxnSpLocks/>
              <a:stCxn id="64" idx="7"/>
              <a:endCxn id="63" idx="3"/>
            </p:cNvCxnSpPr>
            <p:nvPr/>
          </p:nvCxnSpPr>
          <p:spPr bwMode="auto">
            <a:xfrm flipV="1">
              <a:off x="3214195" y="3026203"/>
              <a:ext cx="199120" cy="391982"/>
            </a:xfrm>
            <a:prstGeom prst="lin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046599B-DD9E-6A4D-A944-48D2122E607F}"/>
              </a:ext>
            </a:extLst>
          </p:cNvPr>
          <p:cNvGrpSpPr/>
          <p:nvPr/>
        </p:nvGrpSpPr>
        <p:grpSpPr>
          <a:xfrm>
            <a:off x="5184609" y="3595357"/>
            <a:ext cx="461639" cy="789165"/>
            <a:chOff x="2317863" y="3595357"/>
            <a:chExt cx="461639" cy="789165"/>
          </a:xfrm>
        </p:grpSpPr>
        <p:sp>
          <p:nvSpPr>
            <p:cNvPr id="58" name="Oval 11">
              <a:extLst>
                <a:ext uri="{FF2B5EF4-FFF2-40B4-BE49-F238E27FC236}">
                  <a16:creationId xmlns:a16="http://schemas.microsoft.com/office/drawing/2014/main" id="{64D334C4-BAD0-FE4B-AD7D-E1761F100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863" y="3922883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45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93A1854-CC59-7948-8586-E57568F850F1}"/>
                </a:ext>
              </a:extLst>
            </p:cNvPr>
            <p:cNvCxnSpPr>
              <a:cxnSpLocks/>
              <a:endCxn id="58" idx="0"/>
            </p:cNvCxnSpPr>
            <p:nvPr/>
          </p:nvCxnSpPr>
          <p:spPr bwMode="auto">
            <a:xfrm flipH="1">
              <a:off x="2548683" y="3595357"/>
              <a:ext cx="186683" cy="327526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945ED77-12BF-DC43-978B-8478934993B6}"/>
              </a:ext>
            </a:extLst>
          </p:cNvPr>
          <p:cNvCxnSpPr>
            <a:cxnSpLocks/>
            <a:stCxn id="64" idx="5"/>
          </p:cNvCxnSpPr>
          <p:nvPr/>
        </p:nvCxnSpPr>
        <p:spPr bwMode="auto">
          <a:xfrm>
            <a:off x="5931492" y="3592214"/>
            <a:ext cx="175176" cy="33798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Oval 11">
            <a:extLst>
              <a:ext uri="{FF2B5EF4-FFF2-40B4-BE49-F238E27FC236}">
                <a16:creationId xmlns:a16="http://schemas.microsoft.com/office/drawing/2014/main" id="{49F4951A-74B5-4744-893B-EC5AF62C3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5848" y="3928943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3538E01-B5B4-CA4F-BB74-E6A5E083A77C}"/>
              </a:ext>
            </a:extLst>
          </p:cNvPr>
          <p:cNvGrpSpPr/>
          <p:nvPr/>
        </p:nvGrpSpPr>
        <p:grpSpPr>
          <a:xfrm>
            <a:off x="2228353" y="2311052"/>
            <a:ext cx="2033861" cy="2879833"/>
            <a:chOff x="2228353" y="2311052"/>
            <a:chExt cx="2033861" cy="2879833"/>
          </a:xfrm>
        </p:grpSpPr>
        <p:sp>
          <p:nvSpPr>
            <p:cNvPr id="70" name="Oval 10">
              <a:extLst>
                <a:ext uri="{FF2B5EF4-FFF2-40B4-BE49-F238E27FC236}">
                  <a16:creationId xmlns:a16="http://schemas.microsoft.com/office/drawing/2014/main" id="{9C2A8AD9-A9E4-AF4F-B091-B3D84AD7F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3600" y="2479769"/>
              <a:ext cx="459657" cy="461639"/>
            </a:xfrm>
            <a:prstGeom prst="ellipse">
              <a:avLst/>
            </a:prstGeom>
            <a:solidFill>
              <a:srgbClr val="FF00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80</a:t>
              </a:r>
            </a:p>
          </p:txBody>
        </p:sp>
        <p:sp>
          <p:nvSpPr>
            <p:cNvPr id="71" name="Oval 11">
              <a:extLst>
                <a:ext uri="{FF2B5EF4-FFF2-40B4-BE49-F238E27FC236}">
                  <a16:creationId xmlns:a16="http://schemas.microsoft.com/office/drawing/2014/main" id="{35CB9A2A-6CE5-6048-91AD-8858593C6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761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50</a:t>
              </a:r>
            </a:p>
          </p:txBody>
        </p:sp>
        <p:sp>
          <p:nvSpPr>
            <p:cNvPr id="72" name="Oval 11">
              <a:extLst>
                <a:ext uri="{FF2B5EF4-FFF2-40B4-BE49-F238E27FC236}">
                  <a16:creationId xmlns:a16="http://schemas.microsoft.com/office/drawing/2014/main" id="{B2A9E798-1E44-CD43-AD30-EE8A680BC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7456" y="320132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90</a:t>
              </a:r>
            </a:p>
          </p:txBody>
        </p:sp>
        <p:sp>
          <p:nvSpPr>
            <p:cNvPr id="73" name="Oval 11">
              <a:extLst>
                <a:ext uri="{FF2B5EF4-FFF2-40B4-BE49-F238E27FC236}">
                  <a16:creationId xmlns:a16="http://schemas.microsoft.com/office/drawing/2014/main" id="{0136F1ED-22EE-364D-A801-9C2F1FDF8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863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45</a:t>
              </a:r>
            </a:p>
          </p:txBody>
        </p:sp>
        <p:sp>
          <p:nvSpPr>
            <p:cNvPr id="74" name="Oval 11">
              <a:extLst>
                <a:ext uri="{FF2B5EF4-FFF2-40B4-BE49-F238E27FC236}">
                  <a16:creationId xmlns:a16="http://schemas.microsoft.com/office/drawing/2014/main" id="{5BDDF2EA-6F07-444E-8D47-2E4785BE1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7659" y="3922886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75</a:t>
              </a: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C352849-74E0-D640-88F5-2291E32C6CBE}"/>
                </a:ext>
              </a:extLst>
            </p:cNvPr>
            <p:cNvCxnSpPr>
              <a:cxnSpLocks/>
              <a:stCxn id="71" idx="3"/>
              <a:endCxn id="73" idx="0"/>
            </p:cNvCxnSpPr>
            <p:nvPr/>
          </p:nvCxnSpPr>
          <p:spPr bwMode="auto">
            <a:xfrm flipH="1">
              <a:off x="2548683" y="3595360"/>
              <a:ext cx="186683" cy="327526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C4CD6FC-C7C4-B54F-B759-9BF0DD90AAAC}"/>
                </a:ext>
              </a:extLst>
            </p:cNvPr>
            <p:cNvCxnSpPr>
              <a:cxnSpLocks/>
              <a:stCxn id="71" idx="5"/>
              <a:endCxn id="74" idx="0"/>
            </p:cNvCxnSpPr>
            <p:nvPr/>
          </p:nvCxnSpPr>
          <p:spPr bwMode="auto">
            <a:xfrm>
              <a:off x="3061795" y="3595360"/>
              <a:ext cx="186684" cy="327526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70378A0-1A49-3A4B-87B3-92F1ADFC7FBF}"/>
                </a:ext>
              </a:extLst>
            </p:cNvPr>
            <p:cNvCxnSpPr>
              <a:cxnSpLocks/>
              <a:stCxn id="72" idx="1"/>
              <a:endCxn id="70" idx="5"/>
            </p:cNvCxnSpPr>
            <p:nvPr/>
          </p:nvCxnSpPr>
          <p:spPr bwMode="auto">
            <a:xfrm flipH="1" flipV="1">
              <a:off x="3585942" y="2873803"/>
              <a:ext cx="199119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3F350717-9645-5049-9AE4-5B8C56F53B2A}"/>
                </a:ext>
              </a:extLst>
            </p:cNvPr>
            <p:cNvCxnSpPr>
              <a:cxnSpLocks/>
              <a:stCxn id="71" idx="7"/>
              <a:endCxn id="70" idx="3"/>
            </p:cNvCxnSpPr>
            <p:nvPr/>
          </p:nvCxnSpPr>
          <p:spPr bwMode="auto">
            <a:xfrm flipV="1">
              <a:off x="3061795" y="2873803"/>
              <a:ext cx="199120" cy="3951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Oval 1">
              <a:extLst>
                <a:ext uri="{FF2B5EF4-FFF2-40B4-BE49-F238E27FC236}">
                  <a16:creationId xmlns:a16="http://schemas.microsoft.com/office/drawing/2014/main" id="{C139DF4C-500A-D44E-AFE6-775BF9A2D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761" y="4644443"/>
              <a:ext cx="461639" cy="461639"/>
            </a:xfrm>
            <a:prstGeom prst="ellipse">
              <a:avLst/>
            </a:prstGeom>
            <a:solidFill>
              <a:schemeClr val="accent2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60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13A58AD-8DCF-4941-875B-F42585593F69}"/>
                </a:ext>
              </a:extLst>
            </p:cNvPr>
            <p:cNvCxnSpPr>
              <a:cxnSpLocks/>
              <a:stCxn id="74" idx="4"/>
              <a:endCxn id="79" idx="7"/>
            </p:cNvCxnSpPr>
            <p:nvPr/>
          </p:nvCxnSpPr>
          <p:spPr bwMode="auto">
            <a:xfrm flipH="1">
              <a:off x="3061795" y="4384525"/>
              <a:ext cx="186684" cy="327523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979F164-C1F6-3F4C-A08D-F2F0DA034D9A}"/>
                </a:ext>
              </a:extLst>
            </p:cNvPr>
            <p:cNvSpPr/>
            <p:nvPr/>
          </p:nvSpPr>
          <p:spPr bwMode="auto">
            <a:xfrm>
              <a:off x="3356880" y="2982751"/>
              <a:ext cx="122418" cy="122418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D5A8F6AD-AB74-5345-9647-FF2E0382CBA7}"/>
                </a:ext>
              </a:extLst>
            </p:cNvPr>
            <p:cNvSpPr/>
            <p:nvPr/>
          </p:nvSpPr>
          <p:spPr bwMode="auto">
            <a:xfrm>
              <a:off x="2837371" y="3697914"/>
              <a:ext cx="122418" cy="122418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3" name="Arc 82">
              <a:extLst>
                <a:ext uri="{FF2B5EF4-FFF2-40B4-BE49-F238E27FC236}">
                  <a16:creationId xmlns:a16="http://schemas.microsoft.com/office/drawing/2014/main" id="{05F7422B-ED5B-1940-AD52-02717CEF87AA}"/>
                </a:ext>
              </a:extLst>
            </p:cNvPr>
            <p:cNvSpPr/>
            <p:nvPr/>
          </p:nvSpPr>
          <p:spPr bwMode="auto">
            <a:xfrm rot="3739164" flipH="1">
              <a:off x="2355256" y="3053596"/>
              <a:ext cx="1000909" cy="905387"/>
            </a:xfrm>
            <a:prstGeom prst="arc">
              <a:avLst>
                <a:gd name="adj1" fmla="val 13261507"/>
                <a:gd name="adj2" fmla="val 12907"/>
              </a:avLst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endParaRPr lang="en-US"/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4B00F9DC-3978-3245-922B-9AD5120ECD34}"/>
                </a:ext>
              </a:extLst>
            </p:cNvPr>
            <p:cNvGrpSpPr/>
            <p:nvPr/>
          </p:nvGrpSpPr>
          <p:grpSpPr>
            <a:xfrm>
              <a:off x="2317863" y="3595357"/>
              <a:ext cx="461639" cy="789165"/>
              <a:chOff x="2317863" y="3595357"/>
              <a:chExt cx="461639" cy="789165"/>
            </a:xfrm>
          </p:grpSpPr>
          <p:sp>
            <p:nvSpPr>
              <p:cNvPr id="85" name="Oval 11">
                <a:extLst>
                  <a:ext uri="{FF2B5EF4-FFF2-40B4-BE49-F238E27FC236}">
                    <a16:creationId xmlns:a16="http://schemas.microsoft.com/office/drawing/2014/main" id="{C8038753-F140-2640-B868-B78A6CE958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7863" y="3922883"/>
                <a:ext cx="461639" cy="461639"/>
              </a:xfrm>
              <a:prstGeom prst="ellipse">
                <a:avLst/>
              </a:prstGeom>
              <a:solidFill>
                <a:schemeClr val="accent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dirty="0"/>
                  <a:t>45</a:t>
                </a:r>
              </a:p>
            </p:txBody>
          </p: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046AB91B-B454-E841-9D12-3AF1A0BCE24E}"/>
                  </a:ext>
                </a:extLst>
              </p:cNvPr>
              <p:cNvCxnSpPr>
                <a:cxnSpLocks/>
                <a:endCxn id="85" idx="0"/>
              </p:cNvCxnSpPr>
              <p:nvPr/>
            </p:nvCxnSpPr>
            <p:spPr bwMode="auto">
              <a:xfrm flipH="1">
                <a:off x="2548683" y="3595357"/>
                <a:ext cx="186683" cy="327526"/>
              </a:xfrm>
              <a:prstGeom prst="line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8712189F-1782-9046-A574-C4805ABD9F02}"/>
                </a:ext>
              </a:extLst>
            </p:cNvPr>
            <p:cNvGrpSpPr/>
            <p:nvPr/>
          </p:nvGrpSpPr>
          <p:grpSpPr>
            <a:xfrm>
              <a:off x="3585350" y="2873802"/>
              <a:ext cx="593153" cy="789162"/>
              <a:chOff x="3738342" y="3026203"/>
              <a:chExt cx="593153" cy="789162"/>
            </a:xfrm>
          </p:grpSpPr>
          <p:sp>
            <p:nvSpPr>
              <p:cNvPr id="88" name="Oval 11">
                <a:extLst>
                  <a:ext uri="{FF2B5EF4-FFF2-40B4-BE49-F238E27FC236}">
                    <a16:creationId xmlns:a16="http://schemas.microsoft.com/office/drawing/2014/main" id="{94EEF32D-F49B-E149-827F-2EFFD9C15E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9856" y="3353726"/>
                <a:ext cx="461639" cy="461639"/>
              </a:xfrm>
              <a:prstGeom prst="ellipse">
                <a:avLst/>
              </a:prstGeom>
              <a:solidFill>
                <a:schemeClr val="accent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dirty="0"/>
                  <a:t>90</a:t>
                </a:r>
              </a:p>
            </p:txBody>
          </p: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4B1FAA21-9DDA-7E47-81E0-396B53EBF4C8}"/>
                  </a:ext>
                </a:extLst>
              </p:cNvPr>
              <p:cNvCxnSpPr>
                <a:cxnSpLocks/>
                <a:stCxn id="88" idx="1"/>
              </p:cNvCxnSpPr>
              <p:nvPr/>
            </p:nvCxnSpPr>
            <p:spPr bwMode="auto">
              <a:xfrm flipH="1" flipV="1">
                <a:off x="3738342" y="3026203"/>
                <a:ext cx="199119" cy="395128"/>
              </a:xfrm>
              <a:prstGeom prst="line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A497C0E-A5B8-A34A-A4B8-5332BEC3C2DA}"/>
                </a:ext>
              </a:extLst>
            </p:cNvPr>
            <p:cNvSpPr/>
            <p:nvPr/>
          </p:nvSpPr>
          <p:spPr bwMode="auto">
            <a:xfrm>
              <a:off x="2228353" y="3832127"/>
              <a:ext cx="633078" cy="633078"/>
            </a:xfrm>
            <a:prstGeom prst="ellipse">
              <a:avLst/>
            </a:prstGeom>
            <a:solidFill>
              <a:schemeClr val="tx1">
                <a:alpha val="23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29CE762C-1BB7-5845-B89C-AE2CF9B0E81D}"/>
                </a:ext>
              </a:extLst>
            </p:cNvPr>
            <p:cNvSpPr/>
            <p:nvPr/>
          </p:nvSpPr>
          <p:spPr bwMode="auto">
            <a:xfrm>
              <a:off x="2567836" y="2311052"/>
              <a:ext cx="1290180" cy="2185792"/>
            </a:xfrm>
            <a:custGeom>
              <a:avLst/>
              <a:gdLst>
                <a:gd name="connsiteX0" fmla="*/ 1290180 w 1290180"/>
                <a:gd name="connsiteY0" fmla="*/ 344466 h 2185792"/>
                <a:gd name="connsiteX1" fmla="*/ 1171183 w 1290180"/>
                <a:gd name="connsiteY1" fmla="*/ 100208 h 2185792"/>
                <a:gd name="connsiteX2" fmla="*/ 933189 w 1290180"/>
                <a:gd name="connsiteY2" fmla="*/ 0 h 2185792"/>
                <a:gd name="connsiteX3" fmla="*/ 682668 w 1290180"/>
                <a:gd name="connsiteY3" fmla="*/ 37578 h 2185792"/>
                <a:gd name="connsiteX4" fmla="*/ 507304 w 1290180"/>
                <a:gd name="connsiteY4" fmla="*/ 237995 h 2185792"/>
                <a:gd name="connsiteX5" fmla="*/ 25052 w 1290180"/>
                <a:gd name="connsiteY5" fmla="*/ 1014608 h 2185792"/>
                <a:gd name="connsiteX6" fmla="*/ 0 w 1290180"/>
                <a:gd name="connsiteY6" fmla="*/ 1152395 h 2185792"/>
                <a:gd name="connsiteX7" fmla="*/ 43841 w 1290180"/>
                <a:gd name="connsiteY7" fmla="*/ 1346548 h 2185792"/>
                <a:gd name="connsiteX8" fmla="*/ 181627 w 1290180"/>
                <a:gd name="connsiteY8" fmla="*/ 1446756 h 2185792"/>
                <a:gd name="connsiteX9" fmla="*/ 288098 w 1290180"/>
                <a:gd name="connsiteY9" fmla="*/ 1659699 h 2185792"/>
                <a:gd name="connsiteX10" fmla="*/ 350728 w 1290180"/>
                <a:gd name="connsiteY10" fmla="*/ 1810011 h 2185792"/>
                <a:gd name="connsiteX11" fmla="*/ 375780 w 1290180"/>
                <a:gd name="connsiteY11" fmla="*/ 1966586 h 2185792"/>
                <a:gd name="connsiteX12" fmla="*/ 450937 w 1290180"/>
                <a:gd name="connsiteY12" fmla="*/ 2091847 h 2185792"/>
                <a:gd name="connsiteX13" fmla="*/ 613775 w 1290180"/>
                <a:gd name="connsiteY13" fmla="*/ 2185792 h 2185792"/>
                <a:gd name="connsiteX14" fmla="*/ 839243 w 1290180"/>
                <a:gd name="connsiteY14" fmla="*/ 2167003 h 2185792"/>
                <a:gd name="connsiteX15" fmla="*/ 989556 w 1290180"/>
                <a:gd name="connsiteY15" fmla="*/ 2041743 h 2185792"/>
                <a:gd name="connsiteX16" fmla="*/ 1058449 w 1290180"/>
                <a:gd name="connsiteY16" fmla="*/ 1897693 h 2185792"/>
                <a:gd name="connsiteX17" fmla="*/ 1027134 w 1290180"/>
                <a:gd name="connsiteY17" fmla="*/ 1734855 h 2185792"/>
                <a:gd name="connsiteX18" fmla="*/ 983293 w 1290180"/>
                <a:gd name="connsiteY18" fmla="*/ 1572016 h 2185792"/>
                <a:gd name="connsiteX19" fmla="*/ 858032 w 1290180"/>
                <a:gd name="connsiteY19" fmla="*/ 1503123 h 2185792"/>
                <a:gd name="connsiteX20" fmla="*/ 789139 w 1290180"/>
                <a:gd name="connsiteY20" fmla="*/ 1515649 h 2185792"/>
                <a:gd name="connsiteX21" fmla="*/ 663879 w 1290180"/>
                <a:gd name="connsiteY21" fmla="*/ 1240077 h 2185792"/>
                <a:gd name="connsiteX22" fmla="*/ 688931 w 1290180"/>
                <a:gd name="connsiteY22" fmla="*/ 1089764 h 2185792"/>
                <a:gd name="connsiteX23" fmla="*/ 638827 w 1290180"/>
                <a:gd name="connsiteY23" fmla="*/ 977030 h 2185792"/>
                <a:gd name="connsiteX24" fmla="*/ 732772 w 1290180"/>
                <a:gd name="connsiteY24" fmla="*/ 782877 h 2185792"/>
                <a:gd name="connsiteX25" fmla="*/ 732772 w 1290180"/>
                <a:gd name="connsiteY25" fmla="*/ 782877 h 2185792"/>
                <a:gd name="connsiteX26" fmla="*/ 1008345 w 1290180"/>
                <a:gd name="connsiteY26" fmla="*/ 720247 h 2185792"/>
                <a:gd name="connsiteX27" fmla="*/ 1158657 w 1290180"/>
                <a:gd name="connsiteY27" fmla="*/ 588723 h 2185792"/>
                <a:gd name="connsiteX28" fmla="*/ 1208761 w 1290180"/>
                <a:gd name="connsiteY28" fmla="*/ 463463 h 2185792"/>
                <a:gd name="connsiteX29" fmla="*/ 1290180 w 1290180"/>
                <a:gd name="connsiteY29" fmla="*/ 344466 h 218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90180" h="2185792">
                  <a:moveTo>
                    <a:pt x="1290180" y="344466"/>
                  </a:moveTo>
                  <a:lnTo>
                    <a:pt x="1171183" y="100208"/>
                  </a:lnTo>
                  <a:lnTo>
                    <a:pt x="933189" y="0"/>
                  </a:lnTo>
                  <a:lnTo>
                    <a:pt x="682668" y="37578"/>
                  </a:lnTo>
                  <a:lnTo>
                    <a:pt x="507304" y="237995"/>
                  </a:lnTo>
                  <a:lnTo>
                    <a:pt x="25052" y="1014608"/>
                  </a:lnTo>
                  <a:lnTo>
                    <a:pt x="0" y="1152395"/>
                  </a:lnTo>
                  <a:lnTo>
                    <a:pt x="43841" y="1346548"/>
                  </a:lnTo>
                  <a:lnTo>
                    <a:pt x="181627" y="1446756"/>
                  </a:lnTo>
                  <a:lnTo>
                    <a:pt x="288098" y="1659699"/>
                  </a:lnTo>
                  <a:lnTo>
                    <a:pt x="350728" y="1810011"/>
                  </a:lnTo>
                  <a:lnTo>
                    <a:pt x="375780" y="1966586"/>
                  </a:lnTo>
                  <a:lnTo>
                    <a:pt x="450937" y="2091847"/>
                  </a:lnTo>
                  <a:lnTo>
                    <a:pt x="613775" y="2185792"/>
                  </a:lnTo>
                  <a:lnTo>
                    <a:pt x="839243" y="2167003"/>
                  </a:lnTo>
                  <a:lnTo>
                    <a:pt x="989556" y="2041743"/>
                  </a:lnTo>
                  <a:lnTo>
                    <a:pt x="1058449" y="1897693"/>
                  </a:lnTo>
                  <a:lnTo>
                    <a:pt x="1027134" y="1734855"/>
                  </a:lnTo>
                  <a:lnTo>
                    <a:pt x="983293" y="1572016"/>
                  </a:lnTo>
                  <a:lnTo>
                    <a:pt x="858032" y="1503123"/>
                  </a:lnTo>
                  <a:lnTo>
                    <a:pt x="789139" y="1515649"/>
                  </a:lnTo>
                  <a:lnTo>
                    <a:pt x="663879" y="1240077"/>
                  </a:lnTo>
                  <a:lnTo>
                    <a:pt x="688931" y="1089764"/>
                  </a:lnTo>
                  <a:lnTo>
                    <a:pt x="638827" y="977030"/>
                  </a:lnTo>
                  <a:lnTo>
                    <a:pt x="732772" y="782877"/>
                  </a:lnTo>
                  <a:lnTo>
                    <a:pt x="732772" y="782877"/>
                  </a:lnTo>
                  <a:lnTo>
                    <a:pt x="1008345" y="720247"/>
                  </a:lnTo>
                  <a:lnTo>
                    <a:pt x="1158657" y="588723"/>
                  </a:lnTo>
                  <a:lnTo>
                    <a:pt x="1208761" y="463463"/>
                  </a:lnTo>
                  <a:lnTo>
                    <a:pt x="1290180" y="344466"/>
                  </a:lnTo>
                  <a:close/>
                </a:path>
              </a:pathLst>
            </a:custGeom>
            <a:solidFill>
              <a:schemeClr val="tx1">
                <a:alpha val="23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C655284C-DB20-CE41-8EFE-FB0266A1B5F9}"/>
                </a:ext>
              </a:extLst>
            </p:cNvPr>
            <p:cNvSpPr/>
            <p:nvPr/>
          </p:nvSpPr>
          <p:spPr bwMode="auto">
            <a:xfrm>
              <a:off x="3629136" y="3117144"/>
              <a:ext cx="633078" cy="633078"/>
            </a:xfrm>
            <a:prstGeom prst="ellipse">
              <a:avLst/>
            </a:prstGeom>
            <a:solidFill>
              <a:schemeClr val="tx1">
                <a:alpha val="23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9268F31B-58A4-974C-8338-3747453FDA61}"/>
                </a:ext>
              </a:extLst>
            </p:cNvPr>
            <p:cNvSpPr/>
            <p:nvPr/>
          </p:nvSpPr>
          <p:spPr bwMode="auto">
            <a:xfrm>
              <a:off x="2579848" y="4557807"/>
              <a:ext cx="633078" cy="633078"/>
            </a:xfrm>
            <a:prstGeom prst="ellipse">
              <a:avLst/>
            </a:prstGeom>
            <a:solidFill>
              <a:schemeClr val="tx1">
                <a:alpha val="23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94" name="Oval 1">
              <a:extLst>
                <a:ext uri="{FF2B5EF4-FFF2-40B4-BE49-F238E27FC236}">
                  <a16:creationId xmlns:a16="http://schemas.microsoft.com/office/drawing/2014/main" id="{57A7B710-9796-B84D-B01D-102C61442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6259" y="4644383"/>
              <a:ext cx="461639" cy="461639"/>
            </a:xfrm>
            <a:prstGeom prst="ellipse">
              <a:avLst/>
            </a:prstGeom>
            <a:solidFill>
              <a:schemeClr val="accent2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60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0976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58210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21" y="2479769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83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304163" y="2152244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678" y="3201326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endCxn id="19" idx="5"/>
          </p:cNvCxnSpPr>
          <p:nvPr/>
        </p:nvCxnSpPr>
        <p:spPr bwMode="auto">
          <a:xfrm flipH="1" flipV="1">
            <a:off x="2445754" y="2152244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780015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304164" y="2873802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3">
            <a:extLst>
              <a:ext uri="{FF2B5EF4-FFF2-40B4-BE49-F238E27FC236}">
                <a16:creationId xmlns:a16="http://schemas.microsoft.com/office/drawing/2014/main" id="{3B018F17-186B-5E4F-AFB2-3E191286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567455"/>
            <a:ext cx="4322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Inserción </a:t>
            </a:r>
            <a:r>
              <a:rPr lang="es-ES_tradnl" altLang="es-EC" b="1" dirty="0"/>
              <a:t>Derecha - Izquierda</a:t>
            </a:r>
            <a:endParaRPr lang="en-US" altLang="en-US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27FB22F0-FAFC-A946-9F66-2C36BF1B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69" y="1043444"/>
            <a:ext cx="4754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EC" dirty="0"/>
              <a:t>Se arregla con rotación </a:t>
            </a:r>
            <a:r>
              <a:rPr lang="es-ES_tradnl" altLang="es-EC" b="1" dirty="0"/>
              <a:t>Izquierda - Derecha</a:t>
            </a:r>
            <a:endParaRPr lang="en-US" alt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80AD199-AEAD-BC49-BADD-219032D1101B}"/>
              </a:ext>
            </a:extLst>
          </p:cNvPr>
          <p:cNvGrpSpPr/>
          <p:nvPr/>
        </p:nvGrpSpPr>
        <p:grpSpPr>
          <a:xfrm>
            <a:off x="5184609" y="2479769"/>
            <a:ext cx="2284800" cy="1910813"/>
            <a:chOff x="5184609" y="2479769"/>
            <a:chExt cx="2284800" cy="1910813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E7E57FCC-6724-1E4C-9594-5460322FD7B8}"/>
                </a:ext>
              </a:extLst>
            </p:cNvPr>
            <p:cNvGrpSpPr/>
            <p:nvPr/>
          </p:nvGrpSpPr>
          <p:grpSpPr>
            <a:xfrm>
              <a:off x="6876256" y="3595360"/>
              <a:ext cx="593153" cy="789162"/>
              <a:chOff x="3738342" y="3026203"/>
              <a:chExt cx="593153" cy="789162"/>
            </a:xfrm>
          </p:grpSpPr>
          <p:sp>
            <p:nvSpPr>
              <p:cNvPr id="61" name="Oval 11">
                <a:extLst>
                  <a:ext uri="{FF2B5EF4-FFF2-40B4-BE49-F238E27FC236}">
                    <a16:creationId xmlns:a16="http://schemas.microsoft.com/office/drawing/2014/main" id="{52234991-8C46-A847-A108-927D20BFEA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9856" y="3353726"/>
                <a:ext cx="461639" cy="461639"/>
              </a:xfrm>
              <a:prstGeom prst="ellipse">
                <a:avLst/>
              </a:prstGeom>
              <a:solidFill>
                <a:schemeClr val="accent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dirty="0"/>
                  <a:t>90</a:t>
                </a:r>
              </a:p>
            </p:txBody>
          </p: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6E83F0CF-536E-D444-A55A-D3B69D675C1E}"/>
                  </a:ext>
                </a:extLst>
              </p:cNvPr>
              <p:cNvCxnSpPr>
                <a:cxnSpLocks/>
                <a:stCxn id="61" idx="1"/>
              </p:cNvCxnSpPr>
              <p:nvPr/>
            </p:nvCxnSpPr>
            <p:spPr bwMode="auto">
              <a:xfrm flipH="1" flipV="1">
                <a:off x="3738342" y="3026203"/>
                <a:ext cx="199119" cy="395128"/>
              </a:xfrm>
              <a:prstGeom prst="line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23EB771D-9DDC-9D41-BD9F-53D63479E06C}"/>
                </a:ext>
              </a:extLst>
            </p:cNvPr>
            <p:cNvGrpSpPr/>
            <p:nvPr/>
          </p:nvGrpSpPr>
          <p:grpSpPr>
            <a:xfrm>
              <a:off x="5537458" y="2479769"/>
              <a:ext cx="1447135" cy="1180050"/>
              <a:chOff x="2820161" y="2632169"/>
              <a:chExt cx="1447135" cy="1180050"/>
            </a:xfrm>
          </p:grpSpPr>
          <p:sp>
            <p:nvSpPr>
              <p:cNvPr id="63" name="Oval 10">
                <a:extLst>
                  <a:ext uri="{FF2B5EF4-FFF2-40B4-BE49-F238E27FC236}">
                    <a16:creationId xmlns:a16="http://schemas.microsoft.com/office/drawing/2014/main" id="{785C909F-E74C-1046-A9E9-0846C987B3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6000" y="2632169"/>
                <a:ext cx="459657" cy="461639"/>
              </a:xfrm>
              <a:prstGeom prst="ellipse">
                <a:avLst/>
              </a:prstGeom>
              <a:solidFill>
                <a:schemeClr val="accent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/>
                  <a:t>75</a:t>
                </a:r>
                <a:endParaRPr lang="en-US" altLang="en-US" sz="1400" dirty="0"/>
              </a:p>
            </p:txBody>
          </p:sp>
          <p:sp>
            <p:nvSpPr>
              <p:cNvPr id="64" name="Oval 11">
                <a:extLst>
                  <a:ext uri="{FF2B5EF4-FFF2-40B4-BE49-F238E27FC236}">
                    <a16:creationId xmlns:a16="http://schemas.microsoft.com/office/drawing/2014/main" id="{FF0B559F-EA5D-AF4C-9B4D-179C11EAB2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0161" y="3350580"/>
                <a:ext cx="461639" cy="461639"/>
              </a:xfrm>
              <a:prstGeom prst="ellipse">
                <a:avLst/>
              </a:prstGeom>
              <a:solidFill>
                <a:schemeClr val="accent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/>
                  <a:t>50</a:t>
                </a:r>
                <a:endParaRPr lang="en-US" altLang="en-US" sz="1400" dirty="0"/>
              </a:p>
            </p:txBody>
          </p:sp>
          <p:sp>
            <p:nvSpPr>
              <p:cNvPr id="65" name="Oval 11">
                <a:extLst>
                  <a:ext uri="{FF2B5EF4-FFF2-40B4-BE49-F238E27FC236}">
                    <a16:creationId xmlns:a16="http://schemas.microsoft.com/office/drawing/2014/main" id="{60096FD9-63A3-7B40-A0D3-44E33C33ED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5657" y="3350580"/>
                <a:ext cx="461639" cy="461639"/>
              </a:xfrm>
              <a:prstGeom prst="ellipse">
                <a:avLst/>
              </a:prstGeom>
              <a:solidFill>
                <a:schemeClr val="accent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/>
                  <a:t>80</a:t>
                </a:r>
                <a:endParaRPr lang="en-US" altLang="en-US" sz="1400" dirty="0"/>
              </a:p>
            </p:txBody>
          </p: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38B8023C-FCEA-1C4C-82DE-80DBB05879C2}"/>
                  </a:ext>
                </a:extLst>
              </p:cNvPr>
              <p:cNvCxnSpPr>
                <a:cxnSpLocks/>
                <a:stCxn id="63" idx="5"/>
                <a:endCxn id="65" idx="1"/>
              </p:cNvCxnSpPr>
              <p:nvPr/>
            </p:nvCxnSpPr>
            <p:spPr bwMode="auto">
              <a:xfrm>
                <a:off x="3738342" y="3026203"/>
                <a:ext cx="134920" cy="391982"/>
              </a:xfrm>
              <a:prstGeom prst="line">
                <a:avLst/>
              </a:prstGeom>
              <a:solidFill>
                <a:schemeClr val="accent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2DA27291-B5A1-0B40-B189-3F42C04CD27D}"/>
                  </a:ext>
                </a:extLst>
              </p:cNvPr>
              <p:cNvCxnSpPr>
                <a:cxnSpLocks/>
                <a:stCxn id="64" idx="7"/>
                <a:endCxn id="63" idx="3"/>
              </p:cNvCxnSpPr>
              <p:nvPr/>
            </p:nvCxnSpPr>
            <p:spPr bwMode="auto">
              <a:xfrm flipV="1">
                <a:off x="3214195" y="3026203"/>
                <a:ext cx="199120" cy="391982"/>
              </a:xfrm>
              <a:prstGeom prst="line">
                <a:avLst/>
              </a:prstGeom>
              <a:solidFill>
                <a:schemeClr val="accent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046599B-DD9E-6A4D-A944-48D2122E607F}"/>
                </a:ext>
              </a:extLst>
            </p:cNvPr>
            <p:cNvGrpSpPr/>
            <p:nvPr/>
          </p:nvGrpSpPr>
          <p:grpSpPr>
            <a:xfrm>
              <a:off x="5184609" y="3595357"/>
              <a:ext cx="461639" cy="789165"/>
              <a:chOff x="2317863" y="3595357"/>
              <a:chExt cx="461639" cy="789165"/>
            </a:xfrm>
          </p:grpSpPr>
          <p:sp>
            <p:nvSpPr>
              <p:cNvPr id="58" name="Oval 11">
                <a:extLst>
                  <a:ext uri="{FF2B5EF4-FFF2-40B4-BE49-F238E27FC236}">
                    <a16:creationId xmlns:a16="http://schemas.microsoft.com/office/drawing/2014/main" id="{64D334C4-BAD0-FE4B-AD7D-E1761F1006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7863" y="3922883"/>
                <a:ext cx="461639" cy="461639"/>
              </a:xfrm>
              <a:prstGeom prst="ellipse">
                <a:avLst/>
              </a:prstGeom>
              <a:solidFill>
                <a:schemeClr val="accent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dirty="0"/>
                  <a:t>45</a:t>
                </a:r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193A1854-CC59-7948-8586-E57568F850F1}"/>
                  </a:ext>
                </a:extLst>
              </p:cNvPr>
              <p:cNvCxnSpPr>
                <a:cxnSpLocks/>
                <a:endCxn id="58" idx="0"/>
              </p:cNvCxnSpPr>
              <p:nvPr/>
            </p:nvCxnSpPr>
            <p:spPr bwMode="auto">
              <a:xfrm flipH="1">
                <a:off x="2548683" y="3595357"/>
                <a:ext cx="186683" cy="327526"/>
              </a:xfrm>
              <a:prstGeom prst="line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945ED77-12BF-DC43-978B-8478934993B6}"/>
                </a:ext>
              </a:extLst>
            </p:cNvPr>
            <p:cNvCxnSpPr>
              <a:cxnSpLocks/>
              <a:stCxn id="64" idx="5"/>
            </p:cNvCxnSpPr>
            <p:nvPr/>
          </p:nvCxnSpPr>
          <p:spPr bwMode="auto">
            <a:xfrm>
              <a:off x="5931492" y="3592214"/>
              <a:ext cx="175176" cy="337987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Oval 11">
              <a:extLst>
                <a:ext uri="{FF2B5EF4-FFF2-40B4-BE49-F238E27FC236}">
                  <a16:creationId xmlns:a16="http://schemas.microsoft.com/office/drawing/2014/main" id="{49F4951A-74B5-4744-893B-EC5AF62C3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5848" y="3928943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60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8287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4.07407E-6 L -0.31233 4.07407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241" y="1337812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342" y="2059371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278092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025684" y="1731846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199" y="278092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121" y="2059371"/>
            <a:ext cx="459657" cy="461639"/>
          </a:xfrm>
          <a:prstGeom prst="ellipse">
            <a:avLst/>
          </a:prstGeom>
          <a:solidFill>
            <a:srgbClr val="92D05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167275" y="1731846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501536" y="2453404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025685" y="2453404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282" y="2780928"/>
            <a:ext cx="461639" cy="461639"/>
          </a:xfrm>
          <a:prstGeom prst="ellipse">
            <a:avLst/>
          </a:prstGeom>
          <a:solidFill>
            <a:srgbClr val="FFC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8977" y="278092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9384" y="350248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9180" y="3502488"/>
            <a:ext cx="461639" cy="461639"/>
          </a:xfrm>
          <a:prstGeom prst="ellipse">
            <a:avLst/>
          </a:prstGeom>
          <a:solidFill>
            <a:srgbClr val="FB7ED5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270204" y="3174962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2783316" y="3174962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307463" y="2453405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2783316" y="2453405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282" y="4224045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2783316" y="3964127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425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241" y="1337812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342" y="2059371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278092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025684" y="1731846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199" y="278092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121" y="2059371"/>
            <a:ext cx="459657" cy="461639"/>
          </a:xfrm>
          <a:prstGeom prst="ellipse">
            <a:avLst/>
          </a:prstGeom>
          <a:solidFill>
            <a:srgbClr val="92D05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167275" y="1731846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501536" y="2453404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025685" y="2453404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282" y="2780928"/>
            <a:ext cx="461639" cy="461639"/>
          </a:xfrm>
          <a:prstGeom prst="ellipse">
            <a:avLst/>
          </a:prstGeom>
          <a:solidFill>
            <a:srgbClr val="FFC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8977" y="278092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9384" y="350248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9180" y="3502488"/>
            <a:ext cx="461639" cy="461639"/>
          </a:xfrm>
          <a:prstGeom prst="ellipse">
            <a:avLst/>
          </a:prstGeom>
          <a:solidFill>
            <a:srgbClr val="FB7ED5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270204" y="3174962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2783316" y="3174962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307463" y="2453405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2783316" y="2453405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282" y="4224045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2783316" y="3964127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Oval 1">
            <a:extLst>
              <a:ext uri="{FF2B5EF4-FFF2-40B4-BE49-F238E27FC236}">
                <a16:creationId xmlns:a16="http://schemas.microsoft.com/office/drawing/2014/main" id="{30D8DA8D-D80D-4C40-9E5B-0C639F74A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5769" y="1337812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51" name="Oval 10">
            <a:extLst>
              <a:ext uri="{FF2B5EF4-FFF2-40B4-BE49-F238E27FC236}">
                <a16:creationId xmlns:a16="http://schemas.microsoft.com/office/drawing/2014/main" id="{46C6D9BD-863D-B74E-B9C2-B22A4F551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5870" y="2059371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52" name="Oval 11">
            <a:extLst>
              <a:ext uri="{FF2B5EF4-FFF2-40B4-BE49-F238E27FC236}">
                <a16:creationId xmlns:a16="http://schemas.microsoft.com/office/drawing/2014/main" id="{5413B5E7-D05C-664A-9B81-38DCCD71B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032" y="278092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E135CB4-07EC-D64E-BAC7-B35BF206F1B8}"/>
              </a:ext>
            </a:extLst>
          </p:cNvPr>
          <p:cNvCxnSpPr>
            <a:cxnSpLocks/>
            <a:stCxn id="50" idx="3"/>
            <a:endCxn id="51" idx="7"/>
          </p:cNvCxnSpPr>
          <p:nvPr/>
        </p:nvCxnSpPr>
        <p:spPr bwMode="auto">
          <a:xfrm flipH="1">
            <a:off x="5778212" y="1731846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Oval 11">
            <a:extLst>
              <a:ext uri="{FF2B5EF4-FFF2-40B4-BE49-F238E27FC236}">
                <a16:creationId xmlns:a16="http://schemas.microsoft.com/office/drawing/2014/main" id="{1239BE0A-7257-E945-A8F3-174B92111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27" y="278092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D930FDC-E277-9C47-B96B-81F4239F28ED}"/>
              </a:ext>
            </a:extLst>
          </p:cNvPr>
          <p:cNvCxnSpPr>
            <a:cxnSpLocks/>
            <a:endCxn id="50" idx="5"/>
          </p:cNvCxnSpPr>
          <p:nvPr/>
        </p:nvCxnSpPr>
        <p:spPr bwMode="auto">
          <a:xfrm flipH="1" flipV="1">
            <a:off x="6919803" y="1731846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A0E6D68-0202-3A49-9BA3-B6FD4BD04601}"/>
              </a:ext>
            </a:extLst>
          </p:cNvPr>
          <p:cNvCxnSpPr>
            <a:cxnSpLocks/>
            <a:stCxn id="52" idx="7"/>
            <a:endCxn id="51" idx="3"/>
          </p:cNvCxnSpPr>
          <p:nvPr/>
        </p:nvCxnSpPr>
        <p:spPr bwMode="auto">
          <a:xfrm flipV="1">
            <a:off x="5254064" y="2453404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3750BBB-6A90-7E40-A550-60D95738F23D}"/>
              </a:ext>
            </a:extLst>
          </p:cNvPr>
          <p:cNvCxnSpPr>
            <a:cxnSpLocks/>
            <a:stCxn id="54" idx="1"/>
            <a:endCxn id="51" idx="5"/>
          </p:cNvCxnSpPr>
          <p:nvPr/>
        </p:nvCxnSpPr>
        <p:spPr bwMode="auto">
          <a:xfrm flipH="1" flipV="1">
            <a:off x="5778213" y="2453404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6095757-C65C-C04F-BC86-21B5E5B8E104}"/>
              </a:ext>
            </a:extLst>
          </p:cNvPr>
          <p:cNvGrpSpPr/>
          <p:nvPr/>
        </p:nvGrpSpPr>
        <p:grpSpPr>
          <a:xfrm>
            <a:off x="6594366" y="2059371"/>
            <a:ext cx="2284800" cy="1910813"/>
            <a:chOff x="5184609" y="2479769"/>
            <a:chExt cx="2284800" cy="1910813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1C4D01D-EE0A-1D4D-9CF6-A1709D916F21}"/>
                </a:ext>
              </a:extLst>
            </p:cNvPr>
            <p:cNvGrpSpPr/>
            <p:nvPr/>
          </p:nvGrpSpPr>
          <p:grpSpPr>
            <a:xfrm>
              <a:off x="6876256" y="3595360"/>
              <a:ext cx="593153" cy="789162"/>
              <a:chOff x="3738342" y="3026203"/>
              <a:chExt cx="593153" cy="789162"/>
            </a:xfrm>
          </p:grpSpPr>
          <p:sp>
            <p:nvSpPr>
              <p:cNvPr id="73" name="Oval 11">
                <a:extLst>
                  <a:ext uri="{FF2B5EF4-FFF2-40B4-BE49-F238E27FC236}">
                    <a16:creationId xmlns:a16="http://schemas.microsoft.com/office/drawing/2014/main" id="{59B1F43A-1CC8-0342-B08F-B5144029B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9856" y="3353726"/>
                <a:ext cx="461639" cy="461639"/>
              </a:xfrm>
              <a:prstGeom prst="ellipse">
                <a:avLst/>
              </a:prstGeom>
              <a:solidFill>
                <a:schemeClr val="accent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dirty="0"/>
                  <a:t>90</a:t>
                </a:r>
              </a:p>
            </p:txBody>
          </p: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53B49900-69E7-564E-830D-2A06257F0E53}"/>
                  </a:ext>
                </a:extLst>
              </p:cNvPr>
              <p:cNvCxnSpPr>
                <a:cxnSpLocks/>
                <a:stCxn id="73" idx="1"/>
              </p:cNvCxnSpPr>
              <p:nvPr/>
            </p:nvCxnSpPr>
            <p:spPr bwMode="auto">
              <a:xfrm flipH="1" flipV="1">
                <a:off x="3738342" y="3026203"/>
                <a:ext cx="199119" cy="395128"/>
              </a:xfrm>
              <a:prstGeom prst="line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1042DFE-C5B7-4546-BF61-BA04D3FB72D1}"/>
                </a:ext>
              </a:extLst>
            </p:cNvPr>
            <p:cNvGrpSpPr/>
            <p:nvPr/>
          </p:nvGrpSpPr>
          <p:grpSpPr>
            <a:xfrm>
              <a:off x="5537458" y="2479769"/>
              <a:ext cx="1447135" cy="1180050"/>
              <a:chOff x="2820161" y="2632169"/>
              <a:chExt cx="1447135" cy="1180050"/>
            </a:xfrm>
          </p:grpSpPr>
          <p:sp>
            <p:nvSpPr>
              <p:cNvPr id="68" name="Oval 10">
                <a:extLst>
                  <a:ext uri="{FF2B5EF4-FFF2-40B4-BE49-F238E27FC236}">
                    <a16:creationId xmlns:a16="http://schemas.microsoft.com/office/drawing/2014/main" id="{1B4C01BC-96C8-D444-BB1C-359AFFCA2F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6000" y="2632169"/>
                <a:ext cx="459657" cy="461639"/>
              </a:xfrm>
              <a:prstGeom prst="ellipse">
                <a:avLst/>
              </a:prstGeom>
              <a:solidFill>
                <a:srgbClr val="FB7ED5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/>
                  <a:t>75</a:t>
                </a:r>
                <a:endParaRPr lang="en-US" altLang="en-US" sz="1400" dirty="0"/>
              </a:p>
            </p:txBody>
          </p:sp>
          <p:sp>
            <p:nvSpPr>
              <p:cNvPr id="69" name="Oval 11">
                <a:extLst>
                  <a:ext uri="{FF2B5EF4-FFF2-40B4-BE49-F238E27FC236}">
                    <a16:creationId xmlns:a16="http://schemas.microsoft.com/office/drawing/2014/main" id="{E711D728-C678-074B-9EFB-53B3FDE63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0161" y="3350580"/>
                <a:ext cx="461639" cy="461639"/>
              </a:xfrm>
              <a:prstGeom prst="ellipse">
                <a:avLst/>
              </a:prstGeom>
              <a:solidFill>
                <a:srgbClr val="FFC000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/>
                  <a:t>50</a:t>
                </a:r>
                <a:endParaRPr lang="en-US" altLang="en-US" sz="1400" dirty="0"/>
              </a:p>
            </p:txBody>
          </p:sp>
          <p:sp>
            <p:nvSpPr>
              <p:cNvPr id="70" name="Oval 11">
                <a:extLst>
                  <a:ext uri="{FF2B5EF4-FFF2-40B4-BE49-F238E27FC236}">
                    <a16:creationId xmlns:a16="http://schemas.microsoft.com/office/drawing/2014/main" id="{140E3A4A-BE56-5243-96F5-5ACF8A5CD6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5657" y="3350580"/>
                <a:ext cx="461639" cy="461639"/>
              </a:xfrm>
              <a:prstGeom prst="ellipse">
                <a:avLst/>
              </a:prstGeom>
              <a:solidFill>
                <a:srgbClr val="92D050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/>
                  <a:t>80</a:t>
                </a:r>
                <a:endParaRPr lang="en-US" altLang="en-US" sz="1400" dirty="0"/>
              </a:p>
            </p:txBody>
          </p: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B37BFDAA-6ED6-4146-98F8-0764645193A6}"/>
                  </a:ext>
                </a:extLst>
              </p:cNvPr>
              <p:cNvCxnSpPr>
                <a:cxnSpLocks/>
                <a:stCxn id="68" idx="5"/>
                <a:endCxn id="70" idx="1"/>
              </p:cNvCxnSpPr>
              <p:nvPr/>
            </p:nvCxnSpPr>
            <p:spPr bwMode="auto">
              <a:xfrm>
                <a:off x="3738342" y="3026203"/>
                <a:ext cx="134920" cy="391982"/>
              </a:xfrm>
              <a:prstGeom prst="line">
                <a:avLst/>
              </a:prstGeom>
              <a:solidFill>
                <a:schemeClr val="accent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1146ADD2-1233-5648-925B-04336AAE3879}"/>
                  </a:ext>
                </a:extLst>
              </p:cNvPr>
              <p:cNvCxnSpPr>
                <a:cxnSpLocks/>
                <a:stCxn id="69" idx="7"/>
                <a:endCxn id="68" idx="3"/>
              </p:cNvCxnSpPr>
              <p:nvPr/>
            </p:nvCxnSpPr>
            <p:spPr bwMode="auto">
              <a:xfrm flipV="1">
                <a:off x="3214195" y="3026203"/>
                <a:ext cx="199120" cy="391982"/>
              </a:xfrm>
              <a:prstGeom prst="line">
                <a:avLst/>
              </a:prstGeom>
              <a:solidFill>
                <a:schemeClr val="accent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B35F6225-B80C-8142-A2ED-453D4ECF94E6}"/>
                </a:ext>
              </a:extLst>
            </p:cNvPr>
            <p:cNvGrpSpPr/>
            <p:nvPr/>
          </p:nvGrpSpPr>
          <p:grpSpPr>
            <a:xfrm>
              <a:off x="5184609" y="3595357"/>
              <a:ext cx="461639" cy="789165"/>
              <a:chOff x="2317863" y="3595357"/>
              <a:chExt cx="461639" cy="789165"/>
            </a:xfrm>
          </p:grpSpPr>
          <p:sp>
            <p:nvSpPr>
              <p:cNvPr id="66" name="Oval 11">
                <a:extLst>
                  <a:ext uri="{FF2B5EF4-FFF2-40B4-BE49-F238E27FC236}">
                    <a16:creationId xmlns:a16="http://schemas.microsoft.com/office/drawing/2014/main" id="{2F3A9BA7-477F-174A-BED8-9B150A718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7863" y="3922883"/>
                <a:ext cx="461639" cy="461639"/>
              </a:xfrm>
              <a:prstGeom prst="ellipse">
                <a:avLst/>
              </a:prstGeom>
              <a:solidFill>
                <a:schemeClr val="accent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dirty="0"/>
                  <a:t>45</a:t>
                </a:r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CF5980C-1947-5541-A024-733C8AD2110F}"/>
                  </a:ext>
                </a:extLst>
              </p:cNvPr>
              <p:cNvCxnSpPr>
                <a:cxnSpLocks/>
                <a:endCxn id="66" idx="0"/>
              </p:cNvCxnSpPr>
              <p:nvPr/>
            </p:nvCxnSpPr>
            <p:spPr bwMode="auto">
              <a:xfrm flipH="1">
                <a:off x="2548683" y="3595357"/>
                <a:ext cx="186683" cy="327526"/>
              </a:xfrm>
              <a:prstGeom prst="line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8B4258D-9DE6-9D4D-A32D-D8591FADA8B8}"/>
                </a:ext>
              </a:extLst>
            </p:cNvPr>
            <p:cNvCxnSpPr>
              <a:cxnSpLocks/>
              <a:stCxn id="69" idx="5"/>
            </p:cNvCxnSpPr>
            <p:nvPr/>
          </p:nvCxnSpPr>
          <p:spPr bwMode="auto">
            <a:xfrm>
              <a:off x="5931492" y="3592214"/>
              <a:ext cx="175176" cy="337987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E8A9F5B5-E008-9D41-B1F1-43B56CE68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5848" y="3928943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60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69030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241" y="1337812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342" y="2059371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278092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025684" y="1731846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199" y="278092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121" y="2059371"/>
            <a:ext cx="459657" cy="461639"/>
          </a:xfrm>
          <a:prstGeom prst="ellipse">
            <a:avLst/>
          </a:prstGeom>
          <a:solidFill>
            <a:srgbClr val="92D05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167275" y="1731846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501536" y="2453404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025685" y="2453404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282" y="2780928"/>
            <a:ext cx="461639" cy="461639"/>
          </a:xfrm>
          <a:prstGeom prst="ellipse">
            <a:avLst/>
          </a:prstGeom>
          <a:solidFill>
            <a:srgbClr val="FFC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8977" y="278092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9384" y="350248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9180" y="3502488"/>
            <a:ext cx="461639" cy="461639"/>
          </a:xfrm>
          <a:prstGeom prst="ellipse">
            <a:avLst/>
          </a:prstGeom>
          <a:solidFill>
            <a:srgbClr val="FB7ED5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270204" y="3174962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2783316" y="3174962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307463" y="2453405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2783316" y="2453405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282" y="4224045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2783316" y="3964127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Oval 1">
            <a:extLst>
              <a:ext uri="{FF2B5EF4-FFF2-40B4-BE49-F238E27FC236}">
                <a16:creationId xmlns:a16="http://schemas.microsoft.com/office/drawing/2014/main" id="{30D8DA8D-D80D-4C40-9E5B-0C639F74A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5769" y="1337812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51" name="Oval 10">
            <a:extLst>
              <a:ext uri="{FF2B5EF4-FFF2-40B4-BE49-F238E27FC236}">
                <a16:creationId xmlns:a16="http://schemas.microsoft.com/office/drawing/2014/main" id="{46C6D9BD-863D-B74E-B9C2-B22A4F551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5870" y="2059371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52" name="Oval 11">
            <a:extLst>
              <a:ext uri="{FF2B5EF4-FFF2-40B4-BE49-F238E27FC236}">
                <a16:creationId xmlns:a16="http://schemas.microsoft.com/office/drawing/2014/main" id="{5413B5E7-D05C-664A-9B81-38DCCD71B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032" y="278092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E135CB4-07EC-D64E-BAC7-B35BF206F1B8}"/>
              </a:ext>
            </a:extLst>
          </p:cNvPr>
          <p:cNvCxnSpPr>
            <a:cxnSpLocks/>
            <a:stCxn id="50" idx="3"/>
            <a:endCxn id="51" idx="7"/>
          </p:cNvCxnSpPr>
          <p:nvPr/>
        </p:nvCxnSpPr>
        <p:spPr bwMode="auto">
          <a:xfrm flipH="1">
            <a:off x="5778212" y="1731846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Oval 11">
            <a:extLst>
              <a:ext uri="{FF2B5EF4-FFF2-40B4-BE49-F238E27FC236}">
                <a16:creationId xmlns:a16="http://schemas.microsoft.com/office/drawing/2014/main" id="{1239BE0A-7257-E945-A8F3-174B92111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27" y="278092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D930FDC-E277-9C47-B96B-81F4239F28ED}"/>
              </a:ext>
            </a:extLst>
          </p:cNvPr>
          <p:cNvCxnSpPr>
            <a:cxnSpLocks/>
            <a:endCxn id="50" idx="5"/>
          </p:cNvCxnSpPr>
          <p:nvPr/>
        </p:nvCxnSpPr>
        <p:spPr bwMode="auto">
          <a:xfrm flipH="1" flipV="1">
            <a:off x="6919803" y="1731846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A0E6D68-0202-3A49-9BA3-B6FD4BD04601}"/>
              </a:ext>
            </a:extLst>
          </p:cNvPr>
          <p:cNvCxnSpPr>
            <a:cxnSpLocks/>
            <a:stCxn id="52" idx="7"/>
            <a:endCxn id="51" idx="3"/>
          </p:cNvCxnSpPr>
          <p:nvPr/>
        </p:nvCxnSpPr>
        <p:spPr bwMode="auto">
          <a:xfrm flipV="1">
            <a:off x="5254064" y="2453404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3750BBB-6A90-7E40-A550-60D95738F23D}"/>
              </a:ext>
            </a:extLst>
          </p:cNvPr>
          <p:cNvCxnSpPr>
            <a:cxnSpLocks/>
            <a:stCxn id="54" idx="1"/>
            <a:endCxn id="51" idx="5"/>
          </p:cNvCxnSpPr>
          <p:nvPr/>
        </p:nvCxnSpPr>
        <p:spPr bwMode="auto">
          <a:xfrm flipH="1" flipV="1">
            <a:off x="5778213" y="2453404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6095757-C65C-C04F-BC86-21B5E5B8E104}"/>
              </a:ext>
            </a:extLst>
          </p:cNvPr>
          <p:cNvGrpSpPr/>
          <p:nvPr/>
        </p:nvGrpSpPr>
        <p:grpSpPr>
          <a:xfrm>
            <a:off x="6594366" y="2059371"/>
            <a:ext cx="2284800" cy="1910813"/>
            <a:chOff x="5184609" y="2479769"/>
            <a:chExt cx="2284800" cy="1910813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1C4D01D-EE0A-1D4D-9CF6-A1709D916F21}"/>
                </a:ext>
              </a:extLst>
            </p:cNvPr>
            <p:cNvGrpSpPr/>
            <p:nvPr/>
          </p:nvGrpSpPr>
          <p:grpSpPr>
            <a:xfrm>
              <a:off x="6876256" y="3595360"/>
              <a:ext cx="593153" cy="789162"/>
              <a:chOff x="3738342" y="3026203"/>
              <a:chExt cx="593153" cy="789162"/>
            </a:xfrm>
          </p:grpSpPr>
          <p:sp>
            <p:nvSpPr>
              <p:cNvPr id="73" name="Oval 11">
                <a:extLst>
                  <a:ext uri="{FF2B5EF4-FFF2-40B4-BE49-F238E27FC236}">
                    <a16:creationId xmlns:a16="http://schemas.microsoft.com/office/drawing/2014/main" id="{59B1F43A-1CC8-0342-B08F-B5144029B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9856" y="3353726"/>
                <a:ext cx="461639" cy="461639"/>
              </a:xfrm>
              <a:prstGeom prst="ellipse">
                <a:avLst/>
              </a:prstGeom>
              <a:solidFill>
                <a:schemeClr val="accent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dirty="0"/>
                  <a:t>90</a:t>
                </a:r>
              </a:p>
            </p:txBody>
          </p: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53B49900-69E7-564E-830D-2A06257F0E53}"/>
                  </a:ext>
                </a:extLst>
              </p:cNvPr>
              <p:cNvCxnSpPr>
                <a:cxnSpLocks/>
                <a:stCxn id="73" idx="1"/>
              </p:cNvCxnSpPr>
              <p:nvPr/>
            </p:nvCxnSpPr>
            <p:spPr bwMode="auto">
              <a:xfrm flipH="1" flipV="1">
                <a:off x="3738342" y="3026203"/>
                <a:ext cx="199119" cy="395128"/>
              </a:xfrm>
              <a:prstGeom prst="line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1042DFE-C5B7-4546-BF61-BA04D3FB72D1}"/>
                </a:ext>
              </a:extLst>
            </p:cNvPr>
            <p:cNvGrpSpPr/>
            <p:nvPr/>
          </p:nvGrpSpPr>
          <p:grpSpPr>
            <a:xfrm>
              <a:off x="5537458" y="2479769"/>
              <a:ext cx="1447135" cy="1180050"/>
              <a:chOff x="2820161" y="2632169"/>
              <a:chExt cx="1447135" cy="1180050"/>
            </a:xfrm>
          </p:grpSpPr>
          <p:sp>
            <p:nvSpPr>
              <p:cNvPr id="68" name="Oval 10">
                <a:extLst>
                  <a:ext uri="{FF2B5EF4-FFF2-40B4-BE49-F238E27FC236}">
                    <a16:creationId xmlns:a16="http://schemas.microsoft.com/office/drawing/2014/main" id="{1B4C01BC-96C8-D444-BB1C-359AFFCA2F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6000" y="2632169"/>
                <a:ext cx="459657" cy="461639"/>
              </a:xfrm>
              <a:prstGeom prst="ellipse">
                <a:avLst/>
              </a:prstGeom>
              <a:solidFill>
                <a:srgbClr val="FB7ED5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/>
                  <a:t>75</a:t>
                </a:r>
                <a:endParaRPr lang="en-US" altLang="en-US" sz="1400" dirty="0"/>
              </a:p>
            </p:txBody>
          </p:sp>
          <p:sp>
            <p:nvSpPr>
              <p:cNvPr id="69" name="Oval 11">
                <a:extLst>
                  <a:ext uri="{FF2B5EF4-FFF2-40B4-BE49-F238E27FC236}">
                    <a16:creationId xmlns:a16="http://schemas.microsoft.com/office/drawing/2014/main" id="{E711D728-C678-074B-9EFB-53B3FDE63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0161" y="3350580"/>
                <a:ext cx="461639" cy="461639"/>
              </a:xfrm>
              <a:prstGeom prst="ellipse">
                <a:avLst/>
              </a:prstGeom>
              <a:solidFill>
                <a:srgbClr val="FFC000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/>
                  <a:t>50</a:t>
                </a:r>
                <a:endParaRPr lang="en-US" altLang="en-US" sz="1400" dirty="0"/>
              </a:p>
            </p:txBody>
          </p:sp>
          <p:sp>
            <p:nvSpPr>
              <p:cNvPr id="70" name="Oval 11">
                <a:extLst>
                  <a:ext uri="{FF2B5EF4-FFF2-40B4-BE49-F238E27FC236}">
                    <a16:creationId xmlns:a16="http://schemas.microsoft.com/office/drawing/2014/main" id="{140E3A4A-BE56-5243-96F5-5ACF8A5CD6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5657" y="3350580"/>
                <a:ext cx="461639" cy="461639"/>
              </a:xfrm>
              <a:prstGeom prst="ellipse">
                <a:avLst/>
              </a:prstGeom>
              <a:solidFill>
                <a:srgbClr val="92D050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/>
                  <a:t>80</a:t>
                </a:r>
                <a:endParaRPr lang="en-US" altLang="en-US" sz="1400" dirty="0"/>
              </a:p>
            </p:txBody>
          </p: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B37BFDAA-6ED6-4146-98F8-0764645193A6}"/>
                  </a:ext>
                </a:extLst>
              </p:cNvPr>
              <p:cNvCxnSpPr>
                <a:cxnSpLocks/>
                <a:stCxn id="68" idx="5"/>
                <a:endCxn id="70" idx="1"/>
              </p:cNvCxnSpPr>
              <p:nvPr/>
            </p:nvCxnSpPr>
            <p:spPr bwMode="auto">
              <a:xfrm>
                <a:off x="3738342" y="3026203"/>
                <a:ext cx="134920" cy="391982"/>
              </a:xfrm>
              <a:prstGeom prst="line">
                <a:avLst/>
              </a:prstGeom>
              <a:solidFill>
                <a:schemeClr val="accent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1146ADD2-1233-5648-925B-04336AAE3879}"/>
                  </a:ext>
                </a:extLst>
              </p:cNvPr>
              <p:cNvCxnSpPr>
                <a:cxnSpLocks/>
                <a:stCxn id="69" idx="7"/>
                <a:endCxn id="68" idx="3"/>
              </p:cNvCxnSpPr>
              <p:nvPr/>
            </p:nvCxnSpPr>
            <p:spPr bwMode="auto">
              <a:xfrm flipV="1">
                <a:off x="3214195" y="3026203"/>
                <a:ext cx="199120" cy="391982"/>
              </a:xfrm>
              <a:prstGeom prst="line">
                <a:avLst/>
              </a:prstGeom>
              <a:solidFill>
                <a:schemeClr val="accent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B35F6225-B80C-8142-A2ED-453D4ECF94E6}"/>
                </a:ext>
              </a:extLst>
            </p:cNvPr>
            <p:cNvGrpSpPr/>
            <p:nvPr/>
          </p:nvGrpSpPr>
          <p:grpSpPr>
            <a:xfrm>
              <a:off x="5184609" y="3595357"/>
              <a:ext cx="461639" cy="789165"/>
              <a:chOff x="2317863" y="3595357"/>
              <a:chExt cx="461639" cy="789165"/>
            </a:xfrm>
          </p:grpSpPr>
          <p:sp>
            <p:nvSpPr>
              <p:cNvPr id="66" name="Oval 11">
                <a:extLst>
                  <a:ext uri="{FF2B5EF4-FFF2-40B4-BE49-F238E27FC236}">
                    <a16:creationId xmlns:a16="http://schemas.microsoft.com/office/drawing/2014/main" id="{2F3A9BA7-477F-174A-BED8-9B150A718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7863" y="3922883"/>
                <a:ext cx="461639" cy="461639"/>
              </a:xfrm>
              <a:prstGeom prst="ellipse">
                <a:avLst/>
              </a:prstGeom>
              <a:solidFill>
                <a:schemeClr val="accent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dirty="0"/>
                  <a:t>45</a:t>
                </a:r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CF5980C-1947-5541-A024-733C8AD2110F}"/>
                  </a:ext>
                </a:extLst>
              </p:cNvPr>
              <p:cNvCxnSpPr>
                <a:cxnSpLocks/>
                <a:endCxn id="66" idx="0"/>
              </p:cNvCxnSpPr>
              <p:nvPr/>
            </p:nvCxnSpPr>
            <p:spPr bwMode="auto">
              <a:xfrm flipH="1">
                <a:off x="2548683" y="3595357"/>
                <a:ext cx="186683" cy="327526"/>
              </a:xfrm>
              <a:prstGeom prst="line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8B4258D-9DE6-9D4D-A32D-D8591FADA8B8}"/>
                </a:ext>
              </a:extLst>
            </p:cNvPr>
            <p:cNvCxnSpPr>
              <a:cxnSpLocks/>
              <a:stCxn id="69" idx="5"/>
            </p:cNvCxnSpPr>
            <p:nvPr/>
          </p:nvCxnSpPr>
          <p:spPr bwMode="auto">
            <a:xfrm>
              <a:off x="5931492" y="3592214"/>
              <a:ext cx="175176" cy="337987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E8A9F5B5-E008-9D41-B1F1-43B56CE68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5848" y="3928943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60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9C1FC92-4389-2F40-9742-7831E87570ED}"/>
              </a:ext>
            </a:extLst>
          </p:cNvPr>
          <p:cNvSpPr/>
          <p:nvPr/>
        </p:nvSpPr>
        <p:spPr>
          <a:xfrm>
            <a:off x="3007532" y="171245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es-EC" dirty="0"/>
              <a:t>n</a:t>
            </a:r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20881EC-1F8E-8A4A-8F67-4D3FF72E7364}"/>
              </a:ext>
            </a:extLst>
          </p:cNvPr>
          <p:cNvSpPr/>
          <p:nvPr/>
        </p:nvSpPr>
        <p:spPr>
          <a:xfrm>
            <a:off x="2400062" y="2440581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es-EC" dirty="0"/>
              <a:t>n1</a:t>
            </a:r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0BDD810-B5D1-C849-AEA4-78B29387AD34}"/>
              </a:ext>
            </a:extLst>
          </p:cNvPr>
          <p:cNvSpPr/>
          <p:nvPr/>
        </p:nvSpPr>
        <p:spPr>
          <a:xfrm>
            <a:off x="3194750" y="3548638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es-EC"/>
              <a:t>n2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898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">
            <a:extLst>
              <a:ext uri="{FF2B5EF4-FFF2-40B4-BE49-F238E27FC236}">
                <a16:creationId xmlns:a16="http://schemas.microsoft.com/office/drawing/2014/main" id="{05D254E0-DF41-D74D-978E-0C582A72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241" y="1337812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72D98C64-1E00-584E-AF96-4BAB3ABB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342" y="2059371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1B8788B5-6816-E249-B2F1-0AA855F13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278092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B09693-D50E-5C45-8BFB-2E9638F8FA38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 bwMode="auto">
          <a:xfrm flipH="1">
            <a:off x="1025684" y="1731846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9AB9E96-6A55-CF4F-BAB2-A9FDD8792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199" y="278092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B7A571F-DA99-674E-B383-14A2B899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121" y="2059371"/>
            <a:ext cx="459657" cy="461639"/>
          </a:xfrm>
          <a:prstGeom prst="ellipse">
            <a:avLst/>
          </a:prstGeom>
          <a:solidFill>
            <a:srgbClr val="92D05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80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222E3F-3236-C947-9CD9-3391B388D9E1}"/>
              </a:ext>
            </a:extLst>
          </p:cNvPr>
          <p:cNvCxnSpPr>
            <a:cxnSpLocks/>
            <a:stCxn id="26" idx="1"/>
            <a:endCxn id="19" idx="5"/>
          </p:cNvCxnSpPr>
          <p:nvPr/>
        </p:nvCxnSpPr>
        <p:spPr bwMode="auto">
          <a:xfrm flipH="1" flipV="1">
            <a:off x="2167275" y="1731846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898F5E-CDE9-7949-8AD2-F1A5935C16E5}"/>
              </a:ext>
            </a:extLst>
          </p:cNvPr>
          <p:cNvCxnSpPr>
            <a:cxnSpLocks/>
            <a:stCxn id="21" idx="7"/>
            <a:endCxn id="20" idx="3"/>
          </p:cNvCxnSpPr>
          <p:nvPr/>
        </p:nvCxnSpPr>
        <p:spPr bwMode="auto">
          <a:xfrm flipV="1">
            <a:off x="501536" y="2453404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3F649-EB85-814D-8E36-5A8AACAC264A}"/>
              </a:ext>
            </a:extLst>
          </p:cNvPr>
          <p:cNvCxnSpPr>
            <a:cxnSpLocks/>
            <a:stCxn id="23" idx="1"/>
            <a:endCxn id="20" idx="5"/>
          </p:cNvCxnSpPr>
          <p:nvPr/>
        </p:nvCxnSpPr>
        <p:spPr bwMode="auto">
          <a:xfrm flipH="1" flipV="1">
            <a:off x="1025685" y="2453404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11">
            <a:extLst>
              <a:ext uri="{FF2B5EF4-FFF2-40B4-BE49-F238E27FC236}">
                <a16:creationId xmlns:a16="http://schemas.microsoft.com/office/drawing/2014/main" id="{C3641528-9DF8-E946-BE38-6E911CBB9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282" y="2780928"/>
            <a:ext cx="461639" cy="461639"/>
          </a:xfrm>
          <a:prstGeom prst="ellipse">
            <a:avLst/>
          </a:prstGeom>
          <a:solidFill>
            <a:srgbClr val="FFC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50</a:t>
            </a: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7F4BF2F6-033B-A843-9C88-02DB5258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8977" y="278092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90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50693925-0162-464E-900D-D78A3D0F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9384" y="350248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45</a:t>
            </a: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52F8F172-A567-4C47-8C49-3745BCEE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9180" y="3502488"/>
            <a:ext cx="461639" cy="461639"/>
          </a:xfrm>
          <a:prstGeom prst="ellipse">
            <a:avLst/>
          </a:prstGeom>
          <a:solidFill>
            <a:srgbClr val="FB7ED5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75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7217CE-58B3-1646-95EB-7D52B3E6D28A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 flipH="1">
            <a:off x="2270204" y="3174962"/>
            <a:ext cx="186683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26E10F-D28A-DF40-8F3B-87A47256B4F9}"/>
              </a:ext>
            </a:extLst>
          </p:cNvPr>
          <p:cNvCxnSpPr>
            <a:cxnSpLocks/>
            <a:stCxn id="34" idx="5"/>
            <a:endCxn id="37" idx="0"/>
          </p:cNvCxnSpPr>
          <p:nvPr/>
        </p:nvCxnSpPr>
        <p:spPr bwMode="auto">
          <a:xfrm>
            <a:off x="2783316" y="3174962"/>
            <a:ext cx="186684" cy="327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4F2094-AAF8-E549-BA3B-76C9ECDE441A}"/>
              </a:ext>
            </a:extLst>
          </p:cNvPr>
          <p:cNvCxnSpPr>
            <a:cxnSpLocks/>
            <a:stCxn id="35" idx="1"/>
            <a:endCxn id="26" idx="5"/>
          </p:cNvCxnSpPr>
          <p:nvPr/>
        </p:nvCxnSpPr>
        <p:spPr bwMode="auto">
          <a:xfrm flipH="1" flipV="1">
            <a:off x="3307463" y="2453405"/>
            <a:ext cx="199119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182D49-3475-4E4D-8FF2-B902E5A8BFA5}"/>
              </a:ext>
            </a:extLst>
          </p:cNvPr>
          <p:cNvCxnSpPr>
            <a:cxnSpLocks/>
            <a:stCxn id="34" idx="7"/>
            <a:endCxn id="26" idx="3"/>
          </p:cNvCxnSpPr>
          <p:nvPr/>
        </p:nvCxnSpPr>
        <p:spPr bwMode="auto">
          <a:xfrm flipV="1">
            <a:off x="2783316" y="2453405"/>
            <a:ext cx="199120" cy="39512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C19AB5A7-BC73-0F4A-AEF2-0AEB76AB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282" y="4224045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60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6E9916-5070-9446-9D37-6D1587458C67}"/>
              </a:ext>
            </a:extLst>
          </p:cNvPr>
          <p:cNvCxnSpPr>
            <a:cxnSpLocks/>
            <a:stCxn id="37" idx="4"/>
            <a:endCxn id="27" idx="7"/>
          </p:cNvCxnSpPr>
          <p:nvPr/>
        </p:nvCxnSpPr>
        <p:spPr bwMode="auto">
          <a:xfrm flipH="1">
            <a:off x="2783316" y="3964127"/>
            <a:ext cx="186684" cy="32752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Oval 1">
            <a:extLst>
              <a:ext uri="{FF2B5EF4-FFF2-40B4-BE49-F238E27FC236}">
                <a16:creationId xmlns:a16="http://schemas.microsoft.com/office/drawing/2014/main" id="{30D8DA8D-D80D-4C40-9E5B-0C639F74A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5769" y="1337812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40</a:t>
            </a:r>
          </a:p>
        </p:txBody>
      </p:sp>
      <p:sp>
        <p:nvSpPr>
          <p:cNvPr id="51" name="Oval 10">
            <a:extLst>
              <a:ext uri="{FF2B5EF4-FFF2-40B4-BE49-F238E27FC236}">
                <a16:creationId xmlns:a16="http://schemas.microsoft.com/office/drawing/2014/main" id="{46C6D9BD-863D-B74E-B9C2-B22A4F551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5870" y="2059371"/>
            <a:ext cx="459657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20</a:t>
            </a:r>
          </a:p>
        </p:txBody>
      </p:sp>
      <p:sp>
        <p:nvSpPr>
          <p:cNvPr id="52" name="Oval 11">
            <a:extLst>
              <a:ext uri="{FF2B5EF4-FFF2-40B4-BE49-F238E27FC236}">
                <a16:creationId xmlns:a16="http://schemas.microsoft.com/office/drawing/2014/main" id="{5413B5E7-D05C-664A-9B81-38DCCD71B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032" y="278092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10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E135CB4-07EC-D64E-BAC7-B35BF206F1B8}"/>
              </a:ext>
            </a:extLst>
          </p:cNvPr>
          <p:cNvCxnSpPr>
            <a:cxnSpLocks/>
            <a:stCxn id="50" idx="3"/>
            <a:endCxn id="51" idx="7"/>
          </p:cNvCxnSpPr>
          <p:nvPr/>
        </p:nvCxnSpPr>
        <p:spPr bwMode="auto">
          <a:xfrm flipH="1">
            <a:off x="5778212" y="1731846"/>
            <a:ext cx="815162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Oval 11">
            <a:extLst>
              <a:ext uri="{FF2B5EF4-FFF2-40B4-BE49-F238E27FC236}">
                <a16:creationId xmlns:a16="http://schemas.microsoft.com/office/drawing/2014/main" id="{1239BE0A-7257-E945-A8F3-174B92111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27" y="2780928"/>
            <a:ext cx="461639" cy="461639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/>
              <a:t>30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D930FDC-E277-9C47-B96B-81F4239F28ED}"/>
              </a:ext>
            </a:extLst>
          </p:cNvPr>
          <p:cNvCxnSpPr>
            <a:cxnSpLocks/>
            <a:endCxn id="50" idx="5"/>
          </p:cNvCxnSpPr>
          <p:nvPr/>
        </p:nvCxnSpPr>
        <p:spPr bwMode="auto">
          <a:xfrm flipH="1" flipV="1">
            <a:off x="6919803" y="1731846"/>
            <a:ext cx="815161" cy="3951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A0E6D68-0202-3A49-9BA3-B6FD4BD04601}"/>
              </a:ext>
            </a:extLst>
          </p:cNvPr>
          <p:cNvCxnSpPr>
            <a:cxnSpLocks/>
            <a:stCxn id="52" idx="7"/>
            <a:endCxn id="51" idx="3"/>
          </p:cNvCxnSpPr>
          <p:nvPr/>
        </p:nvCxnSpPr>
        <p:spPr bwMode="auto">
          <a:xfrm flipV="1">
            <a:off x="5254064" y="2453404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3750BBB-6A90-7E40-A550-60D95738F23D}"/>
              </a:ext>
            </a:extLst>
          </p:cNvPr>
          <p:cNvCxnSpPr>
            <a:cxnSpLocks/>
            <a:stCxn id="54" idx="1"/>
            <a:endCxn id="51" idx="5"/>
          </p:cNvCxnSpPr>
          <p:nvPr/>
        </p:nvCxnSpPr>
        <p:spPr bwMode="auto">
          <a:xfrm flipH="1" flipV="1">
            <a:off x="5778213" y="2453404"/>
            <a:ext cx="199120" cy="39513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6095757-C65C-C04F-BC86-21B5E5B8E104}"/>
              </a:ext>
            </a:extLst>
          </p:cNvPr>
          <p:cNvGrpSpPr/>
          <p:nvPr/>
        </p:nvGrpSpPr>
        <p:grpSpPr>
          <a:xfrm>
            <a:off x="6594366" y="2059371"/>
            <a:ext cx="2284800" cy="1910813"/>
            <a:chOff x="5184609" y="2479769"/>
            <a:chExt cx="2284800" cy="1910813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1C4D01D-EE0A-1D4D-9CF6-A1709D916F21}"/>
                </a:ext>
              </a:extLst>
            </p:cNvPr>
            <p:cNvGrpSpPr/>
            <p:nvPr/>
          </p:nvGrpSpPr>
          <p:grpSpPr>
            <a:xfrm>
              <a:off x="6876256" y="3595360"/>
              <a:ext cx="593153" cy="789162"/>
              <a:chOff x="3738342" y="3026203"/>
              <a:chExt cx="593153" cy="789162"/>
            </a:xfrm>
          </p:grpSpPr>
          <p:sp>
            <p:nvSpPr>
              <p:cNvPr id="73" name="Oval 11">
                <a:extLst>
                  <a:ext uri="{FF2B5EF4-FFF2-40B4-BE49-F238E27FC236}">
                    <a16:creationId xmlns:a16="http://schemas.microsoft.com/office/drawing/2014/main" id="{59B1F43A-1CC8-0342-B08F-B5144029B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9856" y="3353726"/>
                <a:ext cx="461639" cy="461639"/>
              </a:xfrm>
              <a:prstGeom prst="ellipse">
                <a:avLst/>
              </a:prstGeom>
              <a:solidFill>
                <a:schemeClr val="accent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dirty="0"/>
                  <a:t>90</a:t>
                </a:r>
              </a:p>
            </p:txBody>
          </p: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53B49900-69E7-564E-830D-2A06257F0E53}"/>
                  </a:ext>
                </a:extLst>
              </p:cNvPr>
              <p:cNvCxnSpPr>
                <a:cxnSpLocks/>
                <a:stCxn id="73" idx="1"/>
              </p:cNvCxnSpPr>
              <p:nvPr/>
            </p:nvCxnSpPr>
            <p:spPr bwMode="auto">
              <a:xfrm flipH="1" flipV="1">
                <a:off x="3738342" y="3026203"/>
                <a:ext cx="199119" cy="395128"/>
              </a:xfrm>
              <a:prstGeom prst="line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1042DFE-C5B7-4546-BF61-BA04D3FB72D1}"/>
                </a:ext>
              </a:extLst>
            </p:cNvPr>
            <p:cNvGrpSpPr/>
            <p:nvPr/>
          </p:nvGrpSpPr>
          <p:grpSpPr>
            <a:xfrm>
              <a:off x="5537458" y="2479769"/>
              <a:ext cx="1447135" cy="1180050"/>
              <a:chOff x="2820161" y="2632169"/>
              <a:chExt cx="1447135" cy="1180050"/>
            </a:xfrm>
          </p:grpSpPr>
          <p:sp>
            <p:nvSpPr>
              <p:cNvPr id="68" name="Oval 10">
                <a:extLst>
                  <a:ext uri="{FF2B5EF4-FFF2-40B4-BE49-F238E27FC236}">
                    <a16:creationId xmlns:a16="http://schemas.microsoft.com/office/drawing/2014/main" id="{1B4C01BC-96C8-D444-BB1C-359AFFCA2F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6000" y="2632169"/>
                <a:ext cx="459657" cy="461639"/>
              </a:xfrm>
              <a:prstGeom prst="ellipse">
                <a:avLst/>
              </a:prstGeom>
              <a:solidFill>
                <a:srgbClr val="FB7ED5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/>
                  <a:t>75</a:t>
                </a:r>
                <a:endParaRPr lang="en-US" altLang="en-US" sz="1400" dirty="0"/>
              </a:p>
            </p:txBody>
          </p:sp>
          <p:sp>
            <p:nvSpPr>
              <p:cNvPr id="69" name="Oval 11">
                <a:extLst>
                  <a:ext uri="{FF2B5EF4-FFF2-40B4-BE49-F238E27FC236}">
                    <a16:creationId xmlns:a16="http://schemas.microsoft.com/office/drawing/2014/main" id="{E711D728-C678-074B-9EFB-53B3FDE63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0161" y="3350580"/>
                <a:ext cx="461639" cy="461639"/>
              </a:xfrm>
              <a:prstGeom prst="ellipse">
                <a:avLst/>
              </a:prstGeom>
              <a:solidFill>
                <a:srgbClr val="FFC000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/>
                  <a:t>50</a:t>
                </a:r>
                <a:endParaRPr lang="en-US" altLang="en-US" sz="1400" dirty="0"/>
              </a:p>
            </p:txBody>
          </p:sp>
          <p:sp>
            <p:nvSpPr>
              <p:cNvPr id="70" name="Oval 11">
                <a:extLst>
                  <a:ext uri="{FF2B5EF4-FFF2-40B4-BE49-F238E27FC236}">
                    <a16:creationId xmlns:a16="http://schemas.microsoft.com/office/drawing/2014/main" id="{140E3A4A-BE56-5243-96F5-5ACF8A5CD6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5657" y="3350580"/>
                <a:ext cx="461639" cy="461639"/>
              </a:xfrm>
              <a:prstGeom prst="ellipse">
                <a:avLst/>
              </a:prstGeom>
              <a:solidFill>
                <a:srgbClr val="92D050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/>
                  <a:t>80</a:t>
                </a:r>
                <a:endParaRPr lang="en-US" altLang="en-US" sz="1400" dirty="0"/>
              </a:p>
            </p:txBody>
          </p: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B37BFDAA-6ED6-4146-98F8-0764645193A6}"/>
                  </a:ext>
                </a:extLst>
              </p:cNvPr>
              <p:cNvCxnSpPr>
                <a:cxnSpLocks/>
                <a:stCxn id="68" idx="5"/>
                <a:endCxn id="70" idx="1"/>
              </p:cNvCxnSpPr>
              <p:nvPr/>
            </p:nvCxnSpPr>
            <p:spPr bwMode="auto">
              <a:xfrm>
                <a:off x="3738342" y="3026203"/>
                <a:ext cx="134920" cy="391982"/>
              </a:xfrm>
              <a:prstGeom prst="line">
                <a:avLst/>
              </a:prstGeom>
              <a:solidFill>
                <a:schemeClr val="accent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1146ADD2-1233-5648-925B-04336AAE3879}"/>
                  </a:ext>
                </a:extLst>
              </p:cNvPr>
              <p:cNvCxnSpPr>
                <a:cxnSpLocks/>
                <a:stCxn id="69" idx="7"/>
                <a:endCxn id="68" idx="3"/>
              </p:cNvCxnSpPr>
              <p:nvPr/>
            </p:nvCxnSpPr>
            <p:spPr bwMode="auto">
              <a:xfrm flipV="1">
                <a:off x="3214195" y="3026203"/>
                <a:ext cx="199120" cy="391982"/>
              </a:xfrm>
              <a:prstGeom prst="line">
                <a:avLst/>
              </a:prstGeom>
              <a:solidFill>
                <a:schemeClr val="accent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B35F6225-B80C-8142-A2ED-453D4ECF94E6}"/>
                </a:ext>
              </a:extLst>
            </p:cNvPr>
            <p:cNvGrpSpPr/>
            <p:nvPr/>
          </p:nvGrpSpPr>
          <p:grpSpPr>
            <a:xfrm>
              <a:off x="5184609" y="3595357"/>
              <a:ext cx="461639" cy="789165"/>
              <a:chOff x="2317863" y="3595357"/>
              <a:chExt cx="461639" cy="789165"/>
            </a:xfrm>
          </p:grpSpPr>
          <p:sp>
            <p:nvSpPr>
              <p:cNvPr id="66" name="Oval 11">
                <a:extLst>
                  <a:ext uri="{FF2B5EF4-FFF2-40B4-BE49-F238E27FC236}">
                    <a16:creationId xmlns:a16="http://schemas.microsoft.com/office/drawing/2014/main" id="{2F3A9BA7-477F-174A-BED8-9B150A718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7863" y="3922883"/>
                <a:ext cx="461639" cy="461639"/>
              </a:xfrm>
              <a:prstGeom prst="ellipse">
                <a:avLst/>
              </a:prstGeom>
              <a:solidFill>
                <a:schemeClr val="accent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dirty="0"/>
                  <a:t>45</a:t>
                </a:r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CF5980C-1947-5541-A024-733C8AD2110F}"/>
                  </a:ext>
                </a:extLst>
              </p:cNvPr>
              <p:cNvCxnSpPr>
                <a:cxnSpLocks/>
                <a:endCxn id="66" idx="0"/>
              </p:cNvCxnSpPr>
              <p:nvPr/>
            </p:nvCxnSpPr>
            <p:spPr bwMode="auto">
              <a:xfrm flipH="1">
                <a:off x="2548683" y="3595357"/>
                <a:ext cx="186683" cy="327526"/>
              </a:xfrm>
              <a:prstGeom prst="line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8B4258D-9DE6-9D4D-A32D-D8591FADA8B8}"/>
                </a:ext>
              </a:extLst>
            </p:cNvPr>
            <p:cNvCxnSpPr>
              <a:cxnSpLocks/>
              <a:stCxn id="69" idx="5"/>
            </p:cNvCxnSpPr>
            <p:nvPr/>
          </p:nvCxnSpPr>
          <p:spPr bwMode="auto">
            <a:xfrm>
              <a:off x="5931492" y="3592214"/>
              <a:ext cx="175176" cy="337987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E8A9F5B5-E008-9D41-B1F1-43B56CE68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5848" y="3928943"/>
              <a:ext cx="461639" cy="461639"/>
            </a:xfrm>
            <a:prstGeom prst="ellipse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/>
                <a:t>60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9C1FC92-4389-2F40-9742-7831E87570ED}"/>
              </a:ext>
            </a:extLst>
          </p:cNvPr>
          <p:cNvSpPr/>
          <p:nvPr/>
        </p:nvSpPr>
        <p:spPr>
          <a:xfrm>
            <a:off x="3007532" y="171245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es-EC" dirty="0"/>
              <a:t>n</a:t>
            </a:r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20881EC-1F8E-8A4A-8F67-4D3FF72E7364}"/>
              </a:ext>
            </a:extLst>
          </p:cNvPr>
          <p:cNvSpPr/>
          <p:nvPr/>
        </p:nvSpPr>
        <p:spPr>
          <a:xfrm>
            <a:off x="2400062" y="2440581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es-EC" dirty="0"/>
              <a:t>n1</a:t>
            </a:r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0BDD810-B5D1-C849-AEA4-78B29387AD34}"/>
              </a:ext>
            </a:extLst>
          </p:cNvPr>
          <p:cNvSpPr/>
          <p:nvPr/>
        </p:nvSpPr>
        <p:spPr>
          <a:xfrm>
            <a:off x="7482309" y="1697525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es-EC" dirty="0"/>
              <a:t>n2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6E1FDDF-AC52-094F-9700-D16CC58B5D7F}"/>
              </a:ext>
            </a:extLst>
          </p:cNvPr>
          <p:cNvSpPr/>
          <p:nvPr/>
        </p:nvSpPr>
        <p:spPr>
          <a:xfrm>
            <a:off x="8007077" y="244906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es-EC" dirty="0"/>
              <a:t>n</a:t>
            </a:r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70C4385-CD55-364C-99C4-993020E4B459}"/>
              </a:ext>
            </a:extLst>
          </p:cNvPr>
          <p:cNvSpPr/>
          <p:nvPr/>
        </p:nvSpPr>
        <p:spPr>
          <a:xfrm>
            <a:off x="6956205" y="2449061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es-EC" dirty="0"/>
              <a:t>n1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65D0C1-DE15-BB4E-BD6D-327D9DE7F07C}"/>
              </a:ext>
            </a:extLst>
          </p:cNvPr>
          <p:cNvSpPr/>
          <p:nvPr/>
        </p:nvSpPr>
        <p:spPr>
          <a:xfrm>
            <a:off x="5254064" y="4331576"/>
            <a:ext cx="359326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n1.derecho = n2.izquierdo</a:t>
            </a:r>
          </a:p>
          <a:p>
            <a:r>
              <a:rPr lang="en-GB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n2.izquierdo = n1</a:t>
            </a:r>
          </a:p>
          <a:p>
            <a:r>
              <a:rPr lang="en-GB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n.izquierdo</a:t>
            </a:r>
            <a:r>
              <a:rPr lang="en-GB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n2.derecho</a:t>
            </a:r>
          </a:p>
          <a:p>
            <a:r>
              <a:rPr lang="en-GB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n2.derecho = n</a:t>
            </a:r>
          </a:p>
          <a:p>
            <a:r>
              <a:rPr lang="en-GB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 = n2</a:t>
            </a:r>
          </a:p>
        </p:txBody>
      </p:sp>
      <p:sp>
        <p:nvSpPr>
          <p:cNvPr id="59" name="Rectangle 75">
            <a:extLst>
              <a:ext uri="{FF2B5EF4-FFF2-40B4-BE49-F238E27FC236}">
                <a16:creationId xmlns:a16="http://schemas.microsoft.com/office/drawing/2014/main" id="{746B8894-647D-4F51-B129-DA2A53AC9926}"/>
              </a:ext>
            </a:extLst>
          </p:cNvPr>
          <p:cNvSpPr/>
          <p:nvPr/>
        </p:nvSpPr>
        <p:spPr>
          <a:xfrm>
            <a:off x="3194750" y="3548638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altLang="es-EC"/>
              <a:t>n2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8605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2">
            <a:extLst>
              <a:ext uri="{FF2B5EF4-FFF2-40B4-BE49-F238E27FC236}">
                <a16:creationId xmlns:a16="http://schemas.microsoft.com/office/drawing/2014/main" id="{D441F538-94C2-419A-9A4B-A6AF5E6F69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-99392"/>
            <a:ext cx="8229600" cy="1143000"/>
          </a:xfrm>
        </p:spPr>
        <p:txBody>
          <a:bodyPr/>
          <a:lstStyle/>
          <a:p>
            <a:pPr eaLnBrk="1" hangingPunct="1"/>
            <a:r>
              <a:rPr lang="es-ES_tradnl" altLang="es-EC" dirty="0"/>
              <a:t>Ejercicio</a:t>
            </a:r>
            <a:endParaRPr lang="es-ES" altLang="es-EC" dirty="0"/>
          </a:p>
        </p:txBody>
      </p:sp>
      <p:pic>
        <p:nvPicPr>
          <p:cNvPr id="77" name="Imagen 4" descr="2">
            <a:extLst>
              <a:ext uri="{FF2B5EF4-FFF2-40B4-BE49-F238E27FC236}">
                <a16:creationId xmlns:a16="http://schemas.microsoft.com/office/drawing/2014/main" id="{7068217F-5DDE-4424-900B-6A9010850FC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398810"/>
            <a:ext cx="4752528" cy="42705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Rectangle 3">
            <a:extLst>
              <a:ext uri="{FF2B5EF4-FFF2-40B4-BE49-F238E27FC236}">
                <a16:creationId xmlns:a16="http://schemas.microsoft.com/office/drawing/2014/main" id="{599B6C9A-82F3-43FF-BFC6-7EC265F1B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980728"/>
            <a:ext cx="8784976" cy="1079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"/>
              <a:defRPr sz="3200" kern="1200">
                <a:solidFill>
                  <a:srgbClr val="00285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80000"/>
              <a:buFont typeface="Wingdings" pitchFamily="2" charset="2"/>
              <a:buChar char=""/>
              <a:defRPr sz="2800" kern="1200">
                <a:solidFill>
                  <a:srgbClr val="00285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 kern="1200">
                <a:solidFill>
                  <a:srgbClr val="00285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CCFF"/>
              </a:buClr>
              <a:buSzPct val="80000"/>
              <a:buFont typeface="Wingdings" pitchFamily="2" charset="2"/>
              <a:buChar char=""/>
              <a:defRPr sz="2000" kern="1200">
                <a:solidFill>
                  <a:srgbClr val="00285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 kern="1200">
                <a:solidFill>
                  <a:srgbClr val="00285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s-ES_tradnl" altLang="es-EC" dirty="0"/>
              <a:t>¿Cuál es el árbol resultante después de insertar la clave </a:t>
            </a:r>
            <a:r>
              <a:rPr lang="es-ES_tradnl" altLang="es-EC" b="1" dirty="0"/>
              <a:t>70</a:t>
            </a:r>
            <a:r>
              <a:rPr lang="es-ES_tradnl" altLang="es-EC" dirty="0"/>
              <a:t> en el árbol AVL mostrado a continuación? </a:t>
            </a:r>
          </a:p>
        </p:txBody>
      </p:sp>
    </p:spTree>
    <p:extLst>
      <p:ext uri="{BB962C8B-B14F-4D97-AF65-F5344CB8AC3E}">
        <p14:creationId xmlns:p14="http://schemas.microsoft.com/office/powerpoint/2010/main" val="311387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2">
            <a:extLst>
              <a:ext uri="{FF2B5EF4-FFF2-40B4-BE49-F238E27FC236}">
                <a16:creationId xmlns:a16="http://schemas.microsoft.com/office/drawing/2014/main" id="{D441F538-94C2-419A-9A4B-A6AF5E6F69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-99392"/>
            <a:ext cx="8229600" cy="1143000"/>
          </a:xfrm>
        </p:spPr>
        <p:txBody>
          <a:bodyPr/>
          <a:lstStyle/>
          <a:p>
            <a:pPr eaLnBrk="1" hangingPunct="1"/>
            <a:r>
              <a:rPr lang="es-ES_tradnl" altLang="es-EC" dirty="0"/>
              <a:t>Ejercicio</a:t>
            </a:r>
            <a:endParaRPr lang="es-ES" altLang="es-EC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3770F1-2EC5-4614-B35E-D13F6E4AB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0281"/>
            <a:ext cx="9144000" cy="267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6796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2">
            <a:extLst>
              <a:ext uri="{FF2B5EF4-FFF2-40B4-BE49-F238E27FC236}">
                <a16:creationId xmlns:a16="http://schemas.microsoft.com/office/drawing/2014/main" id="{D441F538-94C2-419A-9A4B-A6AF5E6F69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-99392"/>
            <a:ext cx="8229600" cy="1143000"/>
          </a:xfrm>
        </p:spPr>
        <p:txBody>
          <a:bodyPr/>
          <a:lstStyle/>
          <a:p>
            <a:pPr eaLnBrk="1" hangingPunct="1"/>
            <a:r>
              <a:rPr lang="es-ES_tradnl" altLang="es-EC" dirty="0"/>
              <a:t>Ejercicio</a:t>
            </a:r>
            <a:endParaRPr lang="es-ES" altLang="es-EC" dirty="0"/>
          </a:p>
        </p:txBody>
      </p:sp>
      <p:pic>
        <p:nvPicPr>
          <p:cNvPr id="4" name="Imagen 147">
            <a:extLst>
              <a:ext uri="{FF2B5EF4-FFF2-40B4-BE49-F238E27FC236}">
                <a16:creationId xmlns:a16="http://schemas.microsoft.com/office/drawing/2014/main" id="{0ECB4454-E529-48C9-A1AF-D32CC5439D8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1" y="983874"/>
            <a:ext cx="5904658" cy="48902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99377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99DAFE99-8BE3-4B46-A8CC-4BE79F10D8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C" dirty="0"/>
              <a:t>REESTRUCTURACION</a:t>
            </a:r>
            <a:endParaRPr lang="es-ES" altLang="es-EC" dirty="0"/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3F8E59CA-9CC8-B94A-BDFD-9BD141E8A0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73238"/>
            <a:ext cx="8229600" cy="4525962"/>
          </a:xfrm>
        </p:spPr>
        <p:txBody>
          <a:bodyPr/>
          <a:lstStyle/>
          <a:p>
            <a:pPr eaLnBrk="1" hangingPunct="1"/>
            <a:r>
              <a:rPr lang="es-ES_tradnl" altLang="es-EC" dirty="0"/>
              <a:t>Un AVL debe conservar su equilibrio</a:t>
            </a:r>
          </a:p>
          <a:p>
            <a:pPr lvl="1" eaLnBrk="1" hangingPunct="1"/>
            <a:r>
              <a:rPr lang="es-ES_tradnl" altLang="es-EC" dirty="0"/>
              <a:t>En todo momento</a:t>
            </a:r>
          </a:p>
          <a:p>
            <a:pPr eaLnBrk="1" hangingPunct="1"/>
            <a:r>
              <a:rPr lang="es-ES_tradnl" altLang="es-EC" dirty="0"/>
              <a:t>Al añadir o eliminar un nodo</a:t>
            </a:r>
          </a:p>
          <a:p>
            <a:pPr lvl="1" eaLnBrk="1" hangingPunct="1"/>
            <a:r>
              <a:rPr lang="es-ES_tradnl" altLang="es-EC" dirty="0"/>
              <a:t>La altura del </a:t>
            </a:r>
            <a:r>
              <a:rPr lang="es-ES_tradnl" altLang="es-EC" dirty="0" err="1"/>
              <a:t>arbol</a:t>
            </a:r>
            <a:r>
              <a:rPr lang="es-ES_tradnl" altLang="es-EC" dirty="0"/>
              <a:t> puede cambiar</a:t>
            </a:r>
          </a:p>
          <a:p>
            <a:pPr lvl="1" eaLnBrk="1" hangingPunct="1"/>
            <a:r>
              <a:rPr lang="es-ES_tradnl" altLang="es-EC" dirty="0"/>
              <a:t>Los factores de equilibrio deberán recalcularse</a:t>
            </a:r>
          </a:p>
          <a:p>
            <a:pPr eaLnBrk="1" hangingPunct="1"/>
            <a:r>
              <a:rPr lang="es-ES_tradnl" altLang="es-EC" dirty="0"/>
              <a:t>Si al recalcular, encontramos que un </a:t>
            </a:r>
            <a:r>
              <a:rPr lang="es-ES_tradnl" altLang="es-EC" b="1" dirty="0"/>
              <a:t>fe</a:t>
            </a:r>
            <a:r>
              <a:rPr lang="es-ES_tradnl" altLang="es-EC" dirty="0"/>
              <a:t> no es ni –1 ni 0 ni 1</a:t>
            </a:r>
          </a:p>
          <a:p>
            <a:pPr lvl="1" eaLnBrk="1" hangingPunct="1"/>
            <a:r>
              <a:rPr lang="es-ES_tradnl" altLang="es-EC" dirty="0"/>
              <a:t>Hay que reestructurar el </a:t>
            </a:r>
            <a:r>
              <a:rPr lang="es-ES_tradnl" altLang="es-EC" dirty="0" err="1"/>
              <a:t>arbol</a:t>
            </a:r>
            <a:r>
              <a:rPr lang="es-ES_tradnl" altLang="es-EC" dirty="0"/>
              <a:t>: ROTARLO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46AABB9B-4A09-2F41-9891-9F31F85DF8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C" sz="4400"/>
              <a:t>INSERCION: CASOS POSIBLES</a:t>
            </a:r>
            <a:endParaRPr lang="es-ES" altLang="es-EC" sz="4400"/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E62918F5-04F9-9845-8158-847DE7BCD5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576388"/>
            <a:ext cx="8135937" cy="451643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s-ES" altLang="es-EC" sz="2400"/>
              <a:t>Al insertar una nueva clave </a:t>
            </a:r>
          </a:p>
          <a:p>
            <a:pPr lvl="1" eaLnBrk="1" hangingPunct="1">
              <a:lnSpc>
                <a:spcPct val="120000"/>
              </a:lnSpc>
            </a:pPr>
            <a:r>
              <a:rPr lang="es-ES" altLang="es-EC" sz="2000"/>
              <a:t>Pueden darse algunos casos, que dependeran de las alturas de los subarboles(izq y der)</a:t>
            </a:r>
          </a:p>
          <a:p>
            <a:pPr eaLnBrk="1" hangingPunct="1">
              <a:lnSpc>
                <a:spcPct val="120000"/>
              </a:lnSpc>
            </a:pPr>
            <a:r>
              <a:rPr lang="es-ES" altLang="es-EC" sz="2400"/>
              <a:t>Tipos de Casos</a:t>
            </a:r>
          </a:p>
          <a:p>
            <a:pPr lvl="1" eaLnBrk="1" hangingPunct="1">
              <a:lnSpc>
                <a:spcPct val="120000"/>
              </a:lnSpc>
            </a:pPr>
            <a:r>
              <a:rPr lang="es-ES" altLang="es-EC" sz="2000"/>
              <a:t>Altura no es afectada, todo </a:t>
            </a:r>
            <a:r>
              <a:rPr lang="es-ES" altLang="es-EC" sz="2000" b="1"/>
              <a:t>OK</a:t>
            </a:r>
          </a:p>
          <a:p>
            <a:pPr lvl="1" eaLnBrk="1" hangingPunct="1">
              <a:lnSpc>
                <a:spcPct val="120000"/>
              </a:lnSpc>
            </a:pPr>
            <a:r>
              <a:rPr lang="es-ES" altLang="es-EC" sz="2000"/>
              <a:t>Altura es afectada y algun </a:t>
            </a:r>
            <a:r>
              <a:rPr lang="es-ES" altLang="es-EC" sz="2000" b="1"/>
              <a:t>fe</a:t>
            </a:r>
            <a:r>
              <a:rPr lang="es-ES" altLang="es-EC" sz="2000"/>
              <a:t> se daña, hay que decidir que tipo de reestructuracion es:</a:t>
            </a:r>
          </a:p>
          <a:p>
            <a:pPr lvl="2" eaLnBrk="1" hangingPunct="1">
              <a:lnSpc>
                <a:spcPct val="120000"/>
              </a:lnSpc>
            </a:pPr>
            <a:r>
              <a:rPr lang="es-ES" altLang="es-EC" sz="1800" i="0"/>
              <a:t>ROTACION IZQUIERDA IZQUIERDA (II)</a:t>
            </a:r>
          </a:p>
          <a:p>
            <a:pPr lvl="2" eaLnBrk="1" hangingPunct="1">
              <a:lnSpc>
                <a:spcPct val="120000"/>
              </a:lnSpc>
            </a:pPr>
            <a:r>
              <a:rPr lang="es-ES" altLang="es-EC" sz="1800" i="0"/>
              <a:t>ROTACION DERECHA DERECHA(DD)</a:t>
            </a:r>
          </a:p>
          <a:p>
            <a:pPr lvl="2" eaLnBrk="1" hangingPunct="1">
              <a:lnSpc>
                <a:spcPct val="120000"/>
              </a:lnSpc>
            </a:pPr>
            <a:r>
              <a:rPr lang="es-ES" altLang="es-EC" sz="1800" i="0"/>
              <a:t>ROTACION IZQUIERDA DERECHA(ID)</a:t>
            </a:r>
          </a:p>
          <a:p>
            <a:pPr lvl="2" eaLnBrk="1" hangingPunct="1">
              <a:lnSpc>
                <a:spcPct val="120000"/>
              </a:lnSpc>
            </a:pPr>
            <a:r>
              <a:rPr lang="es-ES" altLang="es-EC" sz="1800" i="0"/>
              <a:t>ROTACION DERECHA IZQUIERDA(DI)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</a:pPr>
            <a:endParaRPr lang="es-ES" altLang="es-EC" sz="2000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1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1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1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D27A32B5-110E-DD4E-AC70-23544B5BD2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C"/>
              <a:t>CASO I: TODO OK</a:t>
            </a:r>
            <a:endParaRPr lang="es-EC" altLang="es-EC"/>
          </a:p>
        </p:txBody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336E9619-F1A4-BC46-96E0-0DB256312F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700213"/>
            <a:ext cx="8415338" cy="4216400"/>
          </a:xfrm>
        </p:spPr>
        <p:txBody>
          <a:bodyPr/>
          <a:lstStyle/>
          <a:p>
            <a:pPr eaLnBrk="1" hangingPunct="1"/>
            <a:r>
              <a:rPr lang="es-ES" altLang="es-EC" sz="2400"/>
              <a:t>Cuando la altura no cambia o</a:t>
            </a:r>
          </a:p>
          <a:p>
            <a:pPr eaLnBrk="1" hangingPunct="1"/>
            <a:r>
              <a:rPr lang="es-ES" altLang="es-EC" sz="2400"/>
              <a:t>Aunque la altura cambie, la diferencia de alturas sigue OK</a:t>
            </a:r>
          </a:p>
          <a:p>
            <a:pPr eaLnBrk="1" hangingPunct="1"/>
            <a:r>
              <a:rPr lang="es-ES" altLang="es-EC" sz="2400"/>
              <a:t>Ejemplo</a:t>
            </a:r>
            <a:endParaRPr lang="es-EC" altLang="es-EC" sz="2400"/>
          </a:p>
        </p:txBody>
      </p:sp>
      <p:grpSp>
        <p:nvGrpSpPr>
          <p:cNvPr id="148524" name="Group 44">
            <a:extLst>
              <a:ext uri="{FF2B5EF4-FFF2-40B4-BE49-F238E27FC236}">
                <a16:creationId xmlns:a16="http://schemas.microsoft.com/office/drawing/2014/main" id="{BBF2E6A0-F41C-E841-8C8B-C89A06CF2F8E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4149725"/>
            <a:ext cx="512763" cy="939800"/>
            <a:chOff x="1020" y="2795"/>
            <a:chExt cx="323" cy="592"/>
          </a:xfrm>
        </p:grpSpPr>
        <p:sp>
          <p:nvSpPr>
            <p:cNvPr id="12347" name="Oval 7">
              <a:extLst>
                <a:ext uri="{FF2B5EF4-FFF2-40B4-BE49-F238E27FC236}">
                  <a16:creationId xmlns:a16="http://schemas.microsoft.com/office/drawing/2014/main" id="{8649DE09-97F7-E64B-B8E2-68713CD6C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" y="2926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s-EC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2348" name="AutoShape 9">
              <a:extLst>
                <a:ext uri="{FF2B5EF4-FFF2-40B4-BE49-F238E27FC236}">
                  <a16:creationId xmlns:a16="http://schemas.microsoft.com/office/drawing/2014/main" id="{917514F6-FEB0-9243-9295-BBF08D6B35FD}"/>
                </a:ext>
              </a:extLst>
            </p:cNvPr>
            <p:cNvCxnSpPr>
              <a:cxnSpLocks noChangeShapeType="1"/>
              <a:stCxn id="12342" idx="5"/>
              <a:endCxn id="12347" idx="1"/>
            </p:cNvCxnSpPr>
            <p:nvPr/>
          </p:nvCxnSpPr>
          <p:spPr bwMode="auto">
            <a:xfrm>
              <a:off x="1020" y="2795"/>
              <a:ext cx="118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349" name="Text Box 17">
              <a:extLst>
                <a:ext uri="{FF2B5EF4-FFF2-40B4-BE49-F238E27FC236}">
                  <a16:creationId xmlns:a16="http://schemas.microsoft.com/office/drawing/2014/main" id="{B492F867-3C19-DD4A-A797-412DF930F6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6" y="3214"/>
              <a:ext cx="159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grpSp>
        <p:nvGrpSpPr>
          <p:cNvPr id="148516" name="Group 36">
            <a:extLst>
              <a:ext uri="{FF2B5EF4-FFF2-40B4-BE49-F238E27FC236}">
                <a16:creationId xmlns:a16="http://schemas.microsoft.com/office/drawing/2014/main" id="{78B57A51-DDB8-C24B-AAC8-FF38A97269B5}"/>
              </a:ext>
            </a:extLst>
          </p:cNvPr>
          <p:cNvGrpSpPr>
            <a:grpSpLocks/>
          </p:cNvGrpSpPr>
          <p:nvPr/>
        </p:nvGrpSpPr>
        <p:grpSpPr bwMode="auto">
          <a:xfrm>
            <a:off x="420688" y="3789363"/>
            <a:ext cx="838200" cy="1214437"/>
            <a:chOff x="424" y="2872"/>
            <a:chExt cx="528" cy="765"/>
          </a:xfrm>
        </p:grpSpPr>
        <p:sp>
          <p:nvSpPr>
            <p:cNvPr id="12342" name="Oval 5">
              <a:extLst>
                <a:ext uri="{FF2B5EF4-FFF2-40B4-BE49-F238E27FC236}">
                  <a16:creationId xmlns:a16="http://schemas.microsoft.com/office/drawing/2014/main" id="{D31DC7E3-76BE-C04D-9FA8-3DA11002E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" y="2872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s-EC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343" name="Oval 6">
              <a:extLst>
                <a:ext uri="{FF2B5EF4-FFF2-40B4-BE49-F238E27FC236}">
                  <a16:creationId xmlns:a16="http://schemas.microsoft.com/office/drawing/2014/main" id="{197B25D2-853C-4C47-A717-530C09E2E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" y="320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s-EC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2344" name="AutoShape 8">
              <a:extLst>
                <a:ext uri="{FF2B5EF4-FFF2-40B4-BE49-F238E27FC236}">
                  <a16:creationId xmlns:a16="http://schemas.microsoft.com/office/drawing/2014/main" id="{533CA9C8-9C06-0C48-B619-FC217832BE71}"/>
                </a:ext>
              </a:extLst>
            </p:cNvPr>
            <p:cNvCxnSpPr>
              <a:cxnSpLocks noChangeShapeType="1"/>
              <a:stCxn id="12342" idx="3"/>
              <a:endCxn id="12343" idx="7"/>
            </p:cNvCxnSpPr>
            <p:nvPr/>
          </p:nvCxnSpPr>
          <p:spPr bwMode="auto">
            <a:xfrm flipH="1">
              <a:off x="629" y="3077"/>
              <a:ext cx="118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345" name="Text Box 12">
              <a:extLst>
                <a:ext uri="{FF2B5EF4-FFF2-40B4-BE49-F238E27FC236}">
                  <a16:creationId xmlns:a16="http://schemas.microsoft.com/office/drawing/2014/main" id="{75D09E7A-F2A4-F743-9F65-983232DAB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" y="3464"/>
              <a:ext cx="14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12346" name="Text Box 18">
              <a:extLst>
                <a:ext uri="{FF2B5EF4-FFF2-40B4-BE49-F238E27FC236}">
                  <a16:creationId xmlns:a16="http://schemas.microsoft.com/office/drawing/2014/main" id="{32229870-7108-984C-A968-18451CE331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3160"/>
              <a:ext cx="222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>
                  <a:solidFill>
                    <a:schemeClr val="tx1"/>
                  </a:solidFill>
                  <a:latin typeface="Tahoma" panose="020B0604030504040204" pitchFamily="34" charset="0"/>
                </a:rPr>
                <a:t>-1</a:t>
              </a:r>
            </a:p>
          </p:txBody>
        </p:sp>
      </p:grpSp>
      <p:grpSp>
        <p:nvGrpSpPr>
          <p:cNvPr id="148526" name="Group 46">
            <a:extLst>
              <a:ext uri="{FF2B5EF4-FFF2-40B4-BE49-F238E27FC236}">
                <a16:creationId xmlns:a16="http://schemas.microsoft.com/office/drawing/2014/main" id="{1F064ABB-49B1-5040-9007-E0123F2077A0}"/>
              </a:ext>
            </a:extLst>
          </p:cNvPr>
          <p:cNvGrpSpPr>
            <a:grpSpLocks/>
          </p:cNvGrpSpPr>
          <p:nvPr/>
        </p:nvGrpSpPr>
        <p:grpSpPr bwMode="auto">
          <a:xfrm>
            <a:off x="449263" y="5459413"/>
            <a:ext cx="512762" cy="957262"/>
            <a:chOff x="1927" y="2728"/>
            <a:chExt cx="323" cy="603"/>
          </a:xfrm>
        </p:grpSpPr>
        <p:sp>
          <p:nvSpPr>
            <p:cNvPr id="12339" name="Oval 21">
              <a:extLst>
                <a:ext uri="{FF2B5EF4-FFF2-40B4-BE49-F238E27FC236}">
                  <a16:creationId xmlns:a16="http://schemas.microsoft.com/office/drawing/2014/main" id="{B2763EC3-1CC7-8A48-9A4F-E74BA4F5B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2859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s-EC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2340" name="AutoShape 23">
              <a:extLst>
                <a:ext uri="{FF2B5EF4-FFF2-40B4-BE49-F238E27FC236}">
                  <a16:creationId xmlns:a16="http://schemas.microsoft.com/office/drawing/2014/main" id="{627F113B-E297-B44D-A22C-593530B3BB7F}"/>
                </a:ext>
              </a:extLst>
            </p:cNvPr>
            <p:cNvCxnSpPr>
              <a:cxnSpLocks noChangeShapeType="1"/>
              <a:stCxn id="12334" idx="3"/>
              <a:endCxn id="12339" idx="7"/>
            </p:cNvCxnSpPr>
            <p:nvPr/>
          </p:nvCxnSpPr>
          <p:spPr bwMode="auto">
            <a:xfrm flipH="1">
              <a:off x="2132" y="2728"/>
              <a:ext cx="118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341" name="Text Box 31">
              <a:extLst>
                <a:ext uri="{FF2B5EF4-FFF2-40B4-BE49-F238E27FC236}">
                  <a16:creationId xmlns:a16="http://schemas.microsoft.com/office/drawing/2014/main" id="{270E5FD7-62AF-2649-B2BC-A8DD73FB72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7" y="3158"/>
              <a:ext cx="240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grpSp>
        <p:nvGrpSpPr>
          <p:cNvPr id="148525" name="Group 45">
            <a:extLst>
              <a:ext uri="{FF2B5EF4-FFF2-40B4-BE49-F238E27FC236}">
                <a16:creationId xmlns:a16="http://schemas.microsoft.com/office/drawing/2014/main" id="{372D8002-9C93-4F49-A233-5D4326B3372D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5133975"/>
            <a:ext cx="838200" cy="1287463"/>
            <a:chOff x="2215" y="2523"/>
            <a:chExt cx="528" cy="811"/>
          </a:xfrm>
        </p:grpSpPr>
        <p:sp>
          <p:nvSpPr>
            <p:cNvPr id="12334" name="Oval 20">
              <a:extLst>
                <a:ext uri="{FF2B5EF4-FFF2-40B4-BE49-F238E27FC236}">
                  <a16:creationId xmlns:a16="http://schemas.microsoft.com/office/drawing/2014/main" id="{069C6938-2CFC-984A-8CA6-231A62655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5" y="2523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s-EC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335" name="Oval 22">
              <a:extLst>
                <a:ext uri="{FF2B5EF4-FFF2-40B4-BE49-F238E27FC236}">
                  <a16:creationId xmlns:a16="http://schemas.microsoft.com/office/drawing/2014/main" id="{4D7F7CDF-87A8-1E49-9DD8-70D72B552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3" y="2859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s-EC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2336" name="AutoShape 24">
              <a:extLst>
                <a:ext uri="{FF2B5EF4-FFF2-40B4-BE49-F238E27FC236}">
                  <a16:creationId xmlns:a16="http://schemas.microsoft.com/office/drawing/2014/main" id="{4380C032-214F-854E-8C14-8FF19CA58FE6}"/>
                </a:ext>
              </a:extLst>
            </p:cNvPr>
            <p:cNvCxnSpPr>
              <a:cxnSpLocks noChangeShapeType="1"/>
              <a:stCxn id="12334" idx="5"/>
              <a:endCxn id="12335" idx="1"/>
            </p:cNvCxnSpPr>
            <p:nvPr/>
          </p:nvCxnSpPr>
          <p:spPr bwMode="auto">
            <a:xfrm>
              <a:off x="2420" y="2728"/>
              <a:ext cx="118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337" name="Text Box 25">
              <a:extLst>
                <a:ext uri="{FF2B5EF4-FFF2-40B4-BE49-F238E27FC236}">
                  <a16:creationId xmlns:a16="http://schemas.microsoft.com/office/drawing/2014/main" id="{C810C175-2D78-8142-8FE1-3945C94686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0" y="3161"/>
              <a:ext cx="151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12338" name="Text Box 32">
              <a:extLst>
                <a:ext uri="{FF2B5EF4-FFF2-40B4-BE49-F238E27FC236}">
                  <a16:creationId xmlns:a16="http://schemas.microsoft.com/office/drawing/2014/main" id="{AEFA0F2A-3BAF-6347-9410-95B6673CAB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3" y="2795"/>
              <a:ext cx="247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>
                  <a:solidFill>
                    <a:schemeClr val="tx1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</p:grpSp>
      <p:sp>
        <p:nvSpPr>
          <p:cNvPr id="148513" name="Rectangle 33">
            <a:extLst>
              <a:ext uri="{FF2B5EF4-FFF2-40B4-BE49-F238E27FC236}">
                <a16:creationId xmlns:a16="http://schemas.microsoft.com/office/drawing/2014/main" id="{54157513-B979-8447-BE13-027740D3A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213100"/>
            <a:ext cx="5113338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/>
            <a:r>
              <a:rPr lang="es-ES_tradnl" altLang="es-EC" sz="2000"/>
              <a:t>El arbol se equilibra completamente</a:t>
            </a:r>
          </a:p>
        </p:txBody>
      </p:sp>
      <p:sp>
        <p:nvSpPr>
          <p:cNvPr id="148523" name="Text Box 43">
            <a:extLst>
              <a:ext uri="{FF2B5EF4-FFF2-40B4-BE49-F238E27FC236}">
                <a16:creationId xmlns:a16="http://schemas.microsoft.com/office/drawing/2014/main" id="{C96DE133-8BC1-DF44-A494-336457BF2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4292600"/>
            <a:ext cx="381000" cy="274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48527" name="Text Box 47">
            <a:extLst>
              <a:ext uri="{FF2B5EF4-FFF2-40B4-BE49-F238E27FC236}">
                <a16:creationId xmlns:a16="http://schemas.microsoft.com/office/drawing/2014/main" id="{BDDB24CC-8207-6C49-B9FA-A2F8AC48BD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50" y="5627688"/>
            <a:ext cx="381000" cy="274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48528" name="AutoShape 48">
            <a:extLst>
              <a:ext uri="{FF2B5EF4-FFF2-40B4-BE49-F238E27FC236}">
                <a16:creationId xmlns:a16="http://schemas.microsoft.com/office/drawing/2014/main" id="{4E99538F-CA53-3844-852E-762EE140578E}"/>
              </a:ext>
            </a:extLst>
          </p:cNvPr>
          <p:cNvSpPr>
            <a:spLocks/>
          </p:cNvSpPr>
          <p:nvPr/>
        </p:nvSpPr>
        <p:spPr bwMode="auto">
          <a:xfrm>
            <a:off x="2195513" y="3860800"/>
            <a:ext cx="2592387" cy="1296988"/>
          </a:xfrm>
          <a:prstGeom prst="borderCallout2">
            <a:avLst>
              <a:gd name="adj1" fmla="val 8815"/>
              <a:gd name="adj2" fmla="val -2940"/>
              <a:gd name="adj3" fmla="val 8815"/>
              <a:gd name="adj4" fmla="val -2940"/>
              <a:gd name="adj5" fmla="val 98898"/>
              <a:gd name="adj6" fmla="val -235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Si se </a:t>
            </a:r>
            <a:r>
              <a:rPr lang="es-ES" altLang="es-EC" sz="1600" b="1">
                <a:solidFill>
                  <a:schemeClr val="tx1"/>
                </a:solidFill>
                <a:latin typeface="Tahoma" panose="020B0604030504040204" pitchFamily="34" charset="0"/>
              </a:rPr>
              <a:t>inserta</a:t>
            </a: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 por </a:t>
            </a:r>
            <a:r>
              <a:rPr lang="es-ES" altLang="es-EC" sz="1600" b="1">
                <a:solidFill>
                  <a:schemeClr val="tx1"/>
                </a:solidFill>
                <a:latin typeface="Tahoma" panose="020B0604030504040204" pitchFamily="34" charset="0"/>
              </a:rPr>
              <a:t>izq</a:t>
            </a: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, </a:t>
            </a:r>
            <a:r>
              <a:rPr lang="es-ES" altLang="es-EC" sz="1600" u="sng">
                <a:solidFill>
                  <a:schemeClr val="tx1"/>
                </a:solidFill>
                <a:latin typeface="Tahoma" panose="020B0604030504040204" pitchFamily="34" charset="0"/>
              </a:rPr>
              <a:t>FE</a:t>
            </a: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 de la raiz </a:t>
            </a:r>
            <a:r>
              <a:rPr lang="es-ES" altLang="es-EC" sz="1600" b="1" u="sng">
                <a:solidFill>
                  <a:schemeClr val="tx1"/>
                </a:solidFill>
                <a:latin typeface="Tahoma" panose="020B0604030504040204" pitchFamily="34" charset="0"/>
              </a:rPr>
              <a:t>disminuye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Si se </a:t>
            </a:r>
            <a:r>
              <a:rPr lang="es-ES" altLang="es-EC" sz="1600" b="1">
                <a:solidFill>
                  <a:schemeClr val="tx1"/>
                </a:solidFill>
                <a:latin typeface="Tahoma" panose="020B0604030504040204" pitchFamily="34" charset="0"/>
              </a:rPr>
              <a:t>inserta</a:t>
            </a: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 por </a:t>
            </a:r>
            <a:r>
              <a:rPr lang="es-ES" altLang="es-EC" sz="1600" b="1">
                <a:solidFill>
                  <a:schemeClr val="tx1"/>
                </a:solidFill>
                <a:latin typeface="Tahoma" panose="020B0604030504040204" pitchFamily="34" charset="0"/>
              </a:rPr>
              <a:t>der</a:t>
            </a: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, </a:t>
            </a:r>
            <a:r>
              <a:rPr lang="es-ES" altLang="es-EC" sz="1600" u="sng">
                <a:solidFill>
                  <a:schemeClr val="tx1"/>
                </a:solidFill>
                <a:latin typeface="Tahoma" panose="020B0604030504040204" pitchFamily="34" charset="0"/>
              </a:rPr>
              <a:t>FE</a:t>
            </a: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 de la raiz </a:t>
            </a:r>
            <a:r>
              <a:rPr lang="es-ES" altLang="es-EC" sz="1600" b="1" u="sng">
                <a:solidFill>
                  <a:schemeClr val="tx1"/>
                </a:solidFill>
                <a:latin typeface="Tahoma" panose="020B0604030504040204" pitchFamily="34" charset="0"/>
              </a:rPr>
              <a:t>aumenta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s-EC" altLang="es-EC" sz="16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148540" name="Group 60">
            <a:extLst>
              <a:ext uri="{FF2B5EF4-FFF2-40B4-BE49-F238E27FC236}">
                <a16:creationId xmlns:a16="http://schemas.microsoft.com/office/drawing/2014/main" id="{A745606A-4CB5-BD4F-A00A-6AEDDFB33CF8}"/>
              </a:ext>
            </a:extLst>
          </p:cNvPr>
          <p:cNvGrpSpPr>
            <a:grpSpLocks/>
          </p:cNvGrpSpPr>
          <p:nvPr/>
        </p:nvGrpSpPr>
        <p:grpSpPr bwMode="auto">
          <a:xfrm>
            <a:off x="6821488" y="3770313"/>
            <a:ext cx="512762" cy="957262"/>
            <a:chOff x="1927" y="2728"/>
            <a:chExt cx="323" cy="603"/>
          </a:xfrm>
        </p:grpSpPr>
        <p:sp>
          <p:nvSpPr>
            <p:cNvPr id="12331" name="Oval 61">
              <a:extLst>
                <a:ext uri="{FF2B5EF4-FFF2-40B4-BE49-F238E27FC236}">
                  <a16:creationId xmlns:a16="http://schemas.microsoft.com/office/drawing/2014/main" id="{C496159A-BFE1-B440-B33A-19FD418AC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2859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s-EC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2332" name="AutoShape 62">
              <a:extLst>
                <a:ext uri="{FF2B5EF4-FFF2-40B4-BE49-F238E27FC236}">
                  <a16:creationId xmlns:a16="http://schemas.microsoft.com/office/drawing/2014/main" id="{EAC00613-F96F-4942-AF1B-D0C47B0019CD}"/>
                </a:ext>
              </a:extLst>
            </p:cNvPr>
            <p:cNvCxnSpPr>
              <a:cxnSpLocks noChangeShapeType="1"/>
              <a:endCxn id="12331" idx="7"/>
            </p:cNvCxnSpPr>
            <p:nvPr/>
          </p:nvCxnSpPr>
          <p:spPr bwMode="auto">
            <a:xfrm flipH="1">
              <a:off x="2132" y="2728"/>
              <a:ext cx="118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333" name="Text Box 63">
              <a:extLst>
                <a:ext uri="{FF2B5EF4-FFF2-40B4-BE49-F238E27FC236}">
                  <a16:creationId xmlns:a16="http://schemas.microsoft.com/office/drawing/2014/main" id="{706EC03B-EF0A-A543-A70B-842F241AC2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7" y="3158"/>
              <a:ext cx="240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grpSp>
        <p:nvGrpSpPr>
          <p:cNvPr id="148566" name="Group 86">
            <a:extLst>
              <a:ext uri="{FF2B5EF4-FFF2-40B4-BE49-F238E27FC236}">
                <a16:creationId xmlns:a16="http://schemas.microsoft.com/office/drawing/2014/main" id="{4A581CDD-40AC-BD49-A20B-310F4EB253F2}"/>
              </a:ext>
            </a:extLst>
          </p:cNvPr>
          <p:cNvGrpSpPr>
            <a:grpSpLocks/>
          </p:cNvGrpSpPr>
          <p:nvPr/>
        </p:nvGrpSpPr>
        <p:grpSpPr bwMode="auto">
          <a:xfrm>
            <a:off x="7308850" y="2924175"/>
            <a:ext cx="1366838" cy="1282700"/>
            <a:chOff x="4604" y="1842"/>
            <a:chExt cx="861" cy="808"/>
          </a:xfrm>
        </p:grpSpPr>
        <p:grpSp>
          <p:nvGrpSpPr>
            <p:cNvPr id="12320" name="Group 59">
              <a:extLst>
                <a:ext uri="{FF2B5EF4-FFF2-40B4-BE49-F238E27FC236}">
                  <a16:creationId xmlns:a16="http://schemas.microsoft.com/office/drawing/2014/main" id="{C28BC90C-C0C2-4A48-8FDE-9D321130BC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4" y="1842"/>
              <a:ext cx="816" cy="797"/>
              <a:chOff x="3158" y="2635"/>
              <a:chExt cx="816" cy="797"/>
            </a:xfrm>
          </p:grpSpPr>
          <p:sp>
            <p:nvSpPr>
              <p:cNvPr id="12322" name="Oval 50">
                <a:extLst>
                  <a:ext uri="{FF2B5EF4-FFF2-40B4-BE49-F238E27FC236}">
                    <a16:creationId xmlns:a16="http://schemas.microsoft.com/office/drawing/2014/main" id="{E5F9A5E8-4BD3-2C46-9F46-0AD192928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4" y="2971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s-EC" altLang="en-US" sz="180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cxnSp>
            <p:nvCxnSpPr>
              <p:cNvPr id="12323" name="AutoShape 51">
                <a:extLst>
                  <a:ext uri="{FF2B5EF4-FFF2-40B4-BE49-F238E27FC236}">
                    <a16:creationId xmlns:a16="http://schemas.microsoft.com/office/drawing/2014/main" id="{99AEA326-0B75-FD4D-83D0-E80C69AA0BF8}"/>
                  </a:ext>
                </a:extLst>
              </p:cNvPr>
              <p:cNvCxnSpPr>
                <a:cxnSpLocks noChangeShapeType="1"/>
                <a:stCxn id="12326" idx="5"/>
                <a:endCxn id="12322" idx="1"/>
              </p:cNvCxnSpPr>
              <p:nvPr/>
            </p:nvCxnSpPr>
            <p:spPr bwMode="auto">
              <a:xfrm>
                <a:off x="3651" y="2840"/>
                <a:ext cx="118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2324" name="Text Box 52">
                <a:extLst>
                  <a:ext uri="{FF2B5EF4-FFF2-40B4-BE49-F238E27FC236}">
                    <a16:creationId xmlns:a16="http://schemas.microsoft.com/office/drawing/2014/main" id="{332C7100-FC6A-7541-AE3E-9F01AF7034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7" y="3259"/>
                <a:ext cx="159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  <p:grpSp>
            <p:nvGrpSpPr>
              <p:cNvPr id="12325" name="Group 53">
                <a:extLst>
                  <a:ext uri="{FF2B5EF4-FFF2-40B4-BE49-F238E27FC236}">
                    <a16:creationId xmlns:a16="http://schemas.microsoft.com/office/drawing/2014/main" id="{225FCCA2-AEFF-9840-AFCE-53E3D7083D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58" y="2635"/>
                <a:ext cx="528" cy="765"/>
                <a:chOff x="424" y="2872"/>
                <a:chExt cx="528" cy="765"/>
              </a:xfrm>
            </p:grpSpPr>
            <p:sp>
              <p:nvSpPr>
                <p:cNvPr id="12326" name="Oval 54">
                  <a:extLst>
                    <a:ext uri="{FF2B5EF4-FFF2-40B4-BE49-F238E27FC236}">
                      <a16:creationId xmlns:a16="http://schemas.microsoft.com/office/drawing/2014/main" id="{DD4A34D9-6B29-9C4E-A5A1-66AD951E06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2" y="2872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s-EC" altLang="en-US" sz="180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327" name="Oval 55">
                  <a:extLst>
                    <a:ext uri="{FF2B5EF4-FFF2-40B4-BE49-F238E27FC236}">
                      <a16:creationId xmlns:a16="http://schemas.microsoft.com/office/drawing/2014/main" id="{B2E91572-74AD-5C41-88CA-0C82ADB460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4" y="3208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s-EC" altLang="en-US" sz="180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cxnSp>
              <p:nvCxnSpPr>
                <p:cNvPr id="12328" name="AutoShape 56">
                  <a:extLst>
                    <a:ext uri="{FF2B5EF4-FFF2-40B4-BE49-F238E27FC236}">
                      <a16:creationId xmlns:a16="http://schemas.microsoft.com/office/drawing/2014/main" id="{054A1A69-2286-AA4E-9B5C-D95F293EF20D}"/>
                    </a:ext>
                  </a:extLst>
                </p:cNvPr>
                <p:cNvCxnSpPr>
                  <a:cxnSpLocks noChangeShapeType="1"/>
                  <a:stCxn id="12326" idx="3"/>
                  <a:endCxn id="12327" idx="7"/>
                </p:cNvCxnSpPr>
                <p:nvPr/>
              </p:nvCxnSpPr>
              <p:spPr bwMode="auto">
                <a:xfrm flipH="1">
                  <a:off x="629" y="3077"/>
                  <a:ext cx="118" cy="166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2329" name="Text Box 57">
                  <a:extLst>
                    <a:ext uri="{FF2B5EF4-FFF2-40B4-BE49-F238E27FC236}">
                      <a16:creationId xmlns:a16="http://schemas.microsoft.com/office/drawing/2014/main" id="{F7980B98-A819-E84B-B693-99EF25A976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2" y="3464"/>
                  <a:ext cx="144" cy="17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s-ES" altLang="es-EC" sz="12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0</a:t>
                  </a:r>
                </a:p>
              </p:txBody>
            </p:sp>
            <p:sp>
              <p:nvSpPr>
                <p:cNvPr id="12330" name="Text Box 58">
                  <a:extLst>
                    <a:ext uri="{FF2B5EF4-FFF2-40B4-BE49-F238E27FC236}">
                      <a16:creationId xmlns:a16="http://schemas.microsoft.com/office/drawing/2014/main" id="{42B6ED8F-48B1-054A-A3CF-5AB34ACEA04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0" y="3160"/>
                  <a:ext cx="222" cy="17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s-ES" altLang="es-EC" sz="12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0</a:t>
                  </a:r>
                </a:p>
              </p:txBody>
            </p:sp>
          </p:grpSp>
        </p:grpSp>
        <p:sp>
          <p:nvSpPr>
            <p:cNvPr id="12321" name="Text Box 66">
              <a:extLst>
                <a:ext uri="{FF2B5EF4-FFF2-40B4-BE49-F238E27FC236}">
                  <a16:creationId xmlns:a16="http://schemas.microsoft.com/office/drawing/2014/main" id="{65C80782-6BA0-F24C-85A9-8853A38636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5" y="2477"/>
              <a:ext cx="240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sp>
        <p:nvSpPr>
          <p:cNvPr id="148544" name="Text Box 64">
            <a:extLst>
              <a:ext uri="{FF2B5EF4-FFF2-40B4-BE49-F238E27FC236}">
                <a16:creationId xmlns:a16="http://schemas.microsoft.com/office/drawing/2014/main" id="{98D93324-567B-3041-9DAF-F5CFE2353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2825" y="3914775"/>
            <a:ext cx="381000" cy="274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tx1"/>
                </a:solidFill>
                <a:latin typeface="Tahoma" panose="020B0604030504040204" pitchFamily="34" charset="0"/>
              </a:rPr>
              <a:t>-1</a:t>
            </a:r>
          </a:p>
        </p:txBody>
      </p:sp>
      <p:sp>
        <p:nvSpPr>
          <p:cNvPr id="148545" name="Text Box 65">
            <a:extLst>
              <a:ext uri="{FF2B5EF4-FFF2-40B4-BE49-F238E27FC236}">
                <a16:creationId xmlns:a16="http://schemas.microsoft.com/office/drawing/2014/main" id="{5066A99A-8EDE-B544-AB0C-9CAD7BA46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1450" y="3441700"/>
            <a:ext cx="381000" cy="274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tx1"/>
                </a:solidFill>
                <a:latin typeface="Tahoma" panose="020B0604030504040204" pitchFamily="34" charset="0"/>
              </a:rPr>
              <a:t>-1</a:t>
            </a:r>
          </a:p>
        </p:txBody>
      </p:sp>
      <p:grpSp>
        <p:nvGrpSpPr>
          <p:cNvPr id="148547" name="Group 67">
            <a:extLst>
              <a:ext uri="{FF2B5EF4-FFF2-40B4-BE49-F238E27FC236}">
                <a16:creationId xmlns:a16="http://schemas.microsoft.com/office/drawing/2014/main" id="{7A1F7893-3171-9845-BFDF-9CFF95965C6F}"/>
              </a:ext>
            </a:extLst>
          </p:cNvPr>
          <p:cNvGrpSpPr>
            <a:grpSpLocks/>
          </p:cNvGrpSpPr>
          <p:nvPr/>
        </p:nvGrpSpPr>
        <p:grpSpPr bwMode="auto">
          <a:xfrm>
            <a:off x="7235825" y="4508500"/>
            <a:ext cx="1295400" cy="1265238"/>
            <a:chOff x="3158" y="2635"/>
            <a:chExt cx="816" cy="797"/>
          </a:xfrm>
        </p:grpSpPr>
        <p:sp>
          <p:nvSpPr>
            <p:cNvPr id="12311" name="Oval 68">
              <a:extLst>
                <a:ext uri="{FF2B5EF4-FFF2-40B4-BE49-F238E27FC236}">
                  <a16:creationId xmlns:a16="http://schemas.microsoft.com/office/drawing/2014/main" id="{45D60489-AD94-4545-9C3E-DD1456827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" y="2971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s-EC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2312" name="AutoShape 69">
              <a:extLst>
                <a:ext uri="{FF2B5EF4-FFF2-40B4-BE49-F238E27FC236}">
                  <a16:creationId xmlns:a16="http://schemas.microsoft.com/office/drawing/2014/main" id="{AA84540A-0484-FC46-A203-6C2040847952}"/>
                </a:ext>
              </a:extLst>
            </p:cNvPr>
            <p:cNvCxnSpPr>
              <a:cxnSpLocks noChangeShapeType="1"/>
              <a:stCxn id="12315" idx="5"/>
              <a:endCxn id="12311" idx="1"/>
            </p:cNvCxnSpPr>
            <p:nvPr/>
          </p:nvCxnSpPr>
          <p:spPr bwMode="auto">
            <a:xfrm>
              <a:off x="3651" y="2840"/>
              <a:ext cx="118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313" name="Text Box 70">
              <a:extLst>
                <a:ext uri="{FF2B5EF4-FFF2-40B4-BE49-F238E27FC236}">
                  <a16:creationId xmlns:a16="http://schemas.microsoft.com/office/drawing/2014/main" id="{C8BBA505-B2DE-614E-B4E7-EF735552ED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7" y="3259"/>
              <a:ext cx="159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grpSp>
          <p:nvGrpSpPr>
            <p:cNvPr id="12314" name="Group 71">
              <a:extLst>
                <a:ext uri="{FF2B5EF4-FFF2-40B4-BE49-F238E27FC236}">
                  <a16:creationId xmlns:a16="http://schemas.microsoft.com/office/drawing/2014/main" id="{EC726741-9CCF-7144-A020-3DD5872A26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8" y="2635"/>
              <a:ext cx="528" cy="765"/>
              <a:chOff x="424" y="2872"/>
              <a:chExt cx="528" cy="765"/>
            </a:xfrm>
          </p:grpSpPr>
          <p:sp>
            <p:nvSpPr>
              <p:cNvPr id="12315" name="Oval 72">
                <a:extLst>
                  <a:ext uri="{FF2B5EF4-FFF2-40B4-BE49-F238E27FC236}">
                    <a16:creationId xmlns:a16="http://schemas.microsoft.com/office/drawing/2014/main" id="{206AA531-510C-F94D-B678-F168C8AD1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" y="287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s-EC" altLang="en-US" sz="180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316" name="Oval 73">
                <a:extLst>
                  <a:ext uri="{FF2B5EF4-FFF2-40B4-BE49-F238E27FC236}">
                    <a16:creationId xmlns:a16="http://schemas.microsoft.com/office/drawing/2014/main" id="{17F4A03E-7715-A347-9F89-64D342AB5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" y="3208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s-EC" altLang="en-US" sz="180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cxnSp>
            <p:nvCxnSpPr>
              <p:cNvPr id="12317" name="AutoShape 74">
                <a:extLst>
                  <a:ext uri="{FF2B5EF4-FFF2-40B4-BE49-F238E27FC236}">
                    <a16:creationId xmlns:a16="http://schemas.microsoft.com/office/drawing/2014/main" id="{DE6543CE-8459-5640-8EDD-57495AF94FBD}"/>
                  </a:ext>
                </a:extLst>
              </p:cNvPr>
              <p:cNvCxnSpPr>
                <a:cxnSpLocks noChangeShapeType="1"/>
                <a:stCxn id="12315" idx="3"/>
                <a:endCxn id="12316" idx="7"/>
              </p:cNvCxnSpPr>
              <p:nvPr/>
            </p:nvCxnSpPr>
            <p:spPr bwMode="auto">
              <a:xfrm flipH="1">
                <a:off x="629" y="3077"/>
                <a:ext cx="118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2318" name="Text Box 75">
                <a:extLst>
                  <a:ext uri="{FF2B5EF4-FFF2-40B4-BE49-F238E27FC236}">
                    <a16:creationId xmlns:a16="http://schemas.microsoft.com/office/drawing/2014/main" id="{3F880EF2-98B1-5D49-AAB7-D5AB3F3E63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2" y="3464"/>
                <a:ext cx="144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  <p:sp>
            <p:nvSpPr>
              <p:cNvPr id="12319" name="Text Box 76">
                <a:extLst>
                  <a:ext uri="{FF2B5EF4-FFF2-40B4-BE49-F238E27FC236}">
                    <a16:creationId xmlns:a16="http://schemas.microsoft.com/office/drawing/2014/main" id="{6CB1078C-B9B9-8F42-A2B1-A82819156A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" y="3160"/>
                <a:ext cx="222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</p:grpSp>
      <p:sp>
        <p:nvSpPr>
          <p:cNvPr id="148559" name="Text Box 79">
            <a:extLst>
              <a:ext uri="{FF2B5EF4-FFF2-40B4-BE49-F238E27FC236}">
                <a16:creationId xmlns:a16="http://schemas.microsoft.com/office/drawing/2014/main" id="{DB89F318-0968-D74D-B1F8-1EACA8DA5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8938" y="5516563"/>
            <a:ext cx="381000" cy="274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</a:p>
        </p:txBody>
      </p:sp>
      <p:grpSp>
        <p:nvGrpSpPr>
          <p:cNvPr id="148560" name="Group 80">
            <a:extLst>
              <a:ext uri="{FF2B5EF4-FFF2-40B4-BE49-F238E27FC236}">
                <a16:creationId xmlns:a16="http://schemas.microsoft.com/office/drawing/2014/main" id="{857F9ACA-7B42-794D-87F0-37036772179B}"/>
              </a:ext>
            </a:extLst>
          </p:cNvPr>
          <p:cNvGrpSpPr>
            <a:grpSpLocks/>
          </p:cNvGrpSpPr>
          <p:nvPr/>
        </p:nvGrpSpPr>
        <p:grpSpPr bwMode="auto">
          <a:xfrm>
            <a:off x="8388350" y="5445125"/>
            <a:ext cx="512763" cy="939800"/>
            <a:chOff x="1020" y="2795"/>
            <a:chExt cx="323" cy="592"/>
          </a:xfrm>
        </p:grpSpPr>
        <p:sp>
          <p:nvSpPr>
            <p:cNvPr id="12308" name="Oval 81">
              <a:extLst>
                <a:ext uri="{FF2B5EF4-FFF2-40B4-BE49-F238E27FC236}">
                  <a16:creationId xmlns:a16="http://schemas.microsoft.com/office/drawing/2014/main" id="{73209FDB-D837-7342-BA06-22766B577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" y="2926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s-EC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2309" name="AutoShape 82">
              <a:extLst>
                <a:ext uri="{FF2B5EF4-FFF2-40B4-BE49-F238E27FC236}">
                  <a16:creationId xmlns:a16="http://schemas.microsoft.com/office/drawing/2014/main" id="{1725F869-5600-744A-A15C-C9D7C0078F73}"/>
                </a:ext>
              </a:extLst>
            </p:cNvPr>
            <p:cNvCxnSpPr>
              <a:cxnSpLocks noChangeShapeType="1"/>
              <a:endCxn id="12308" idx="1"/>
            </p:cNvCxnSpPr>
            <p:nvPr/>
          </p:nvCxnSpPr>
          <p:spPr bwMode="auto">
            <a:xfrm>
              <a:off x="1020" y="2795"/>
              <a:ext cx="118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310" name="Text Box 83">
              <a:extLst>
                <a:ext uri="{FF2B5EF4-FFF2-40B4-BE49-F238E27FC236}">
                  <a16:creationId xmlns:a16="http://schemas.microsoft.com/office/drawing/2014/main" id="{542FF4CD-8766-A043-B85E-880D30123F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6" y="3214"/>
              <a:ext cx="159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sp>
        <p:nvSpPr>
          <p:cNvPr id="148564" name="Text Box 84">
            <a:extLst>
              <a:ext uri="{FF2B5EF4-FFF2-40B4-BE49-F238E27FC236}">
                <a16:creationId xmlns:a16="http://schemas.microsoft.com/office/drawing/2014/main" id="{E73B4BAB-FF7F-3C47-8DB8-2CF7EDCAA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2550" y="5014913"/>
            <a:ext cx="381000" cy="274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48565" name="Rectangle 85">
            <a:extLst>
              <a:ext uri="{FF2B5EF4-FFF2-40B4-BE49-F238E27FC236}">
                <a16:creationId xmlns:a16="http://schemas.microsoft.com/office/drawing/2014/main" id="{07B0DDC9-5AE1-8F42-B08D-E777B3652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373688"/>
            <a:ext cx="4414837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/>
            <a:r>
              <a:rPr lang="es-ES_tradnl" altLang="es-EC" sz="2000"/>
              <a:t>La altura cambia pero los factores se mantienen en -1,0,1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48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8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8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8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8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148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148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148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1485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1485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1485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1485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1485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1485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1485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41" decel="50000">
                                          <p:stCondLst>
                                            <p:cond delay="458"/>
                                          </p:stCondLst>
                                        </p:cTn>
                                        <p:tgtEl>
                                          <p:spTgt spid="1485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8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48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8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48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148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148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148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4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1485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5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1485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1485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7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1485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1485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9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1485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1485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1" dur="41" decel="50000">
                                          <p:stCondLst>
                                            <p:cond delay="458"/>
                                          </p:stCondLst>
                                        </p:cTn>
                                        <p:tgtEl>
                                          <p:spTgt spid="1485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485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48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900" decel="100000" fill="hold"/>
                                        <p:tgtEl>
                                          <p:spTgt spid="148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8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48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485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48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900" decel="100000" fill="hold"/>
                                        <p:tgtEl>
                                          <p:spTgt spid="148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8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48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48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48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148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148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148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0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14854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1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1485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14854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3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1485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14854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5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1485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14854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7" dur="41" decel="50000">
                                          <p:stCondLst>
                                            <p:cond delay="458"/>
                                          </p:stCondLst>
                                        </p:cTn>
                                        <p:tgtEl>
                                          <p:spTgt spid="14854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148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148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148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8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14854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9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1485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0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14854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1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1485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2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14854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3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1485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4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14854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5" dur="41" decel="50000">
                                          <p:stCondLst>
                                            <p:cond delay="458"/>
                                          </p:stCondLst>
                                        </p:cTn>
                                        <p:tgtEl>
                                          <p:spTgt spid="14854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1485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148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148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148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148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48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148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148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148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0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14855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1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1485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2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14855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3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1485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4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14855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5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1485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6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14855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7" dur="41" decel="50000">
                                          <p:stCondLst>
                                            <p:cond delay="458"/>
                                          </p:stCondLst>
                                        </p:cTn>
                                        <p:tgtEl>
                                          <p:spTgt spid="14855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148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148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148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8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14856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9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1485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0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14856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1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1485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2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14856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3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1485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4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14856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5" dur="41" decel="50000">
                                          <p:stCondLst>
                                            <p:cond delay="458"/>
                                          </p:stCondLst>
                                        </p:cTn>
                                        <p:tgtEl>
                                          <p:spTgt spid="14856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3" grpId="0" build="p"/>
      <p:bldP spid="148513" grpId="0"/>
      <p:bldP spid="148523" grpId="0" animBg="1"/>
      <p:bldP spid="148527" grpId="0" animBg="1"/>
      <p:bldP spid="148528" grpId="0" animBg="1"/>
      <p:bldP spid="148544" grpId="0" animBg="1"/>
      <p:bldP spid="148545" grpId="0" animBg="1"/>
      <p:bldP spid="148559" grpId="0" animBg="1"/>
      <p:bldP spid="148564" grpId="0" animBg="1"/>
      <p:bldP spid="14856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026">
            <a:extLst>
              <a:ext uri="{FF2B5EF4-FFF2-40B4-BE49-F238E27FC236}">
                <a16:creationId xmlns:a16="http://schemas.microsoft.com/office/drawing/2014/main" id="{7E81A0BD-7DCB-2F47-9CA5-6952D57BFD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C"/>
              <a:t>ROTACION II</a:t>
            </a:r>
          </a:p>
        </p:txBody>
      </p:sp>
      <p:sp>
        <p:nvSpPr>
          <p:cNvPr id="128004" name="Rectangle 1028">
            <a:extLst>
              <a:ext uri="{FF2B5EF4-FFF2-40B4-BE49-F238E27FC236}">
                <a16:creationId xmlns:a16="http://schemas.microsoft.com/office/drawing/2014/main" id="{B275748C-0CA2-B04D-9D1D-2DA48BAE6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88" y="1916113"/>
            <a:ext cx="7912100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/>
            <a:r>
              <a:rPr lang="es-ES_tradnl" altLang="es-EC" sz="2400"/>
              <a:t>El peso del arbol cae mas para la izq. y hay desbalanceo</a:t>
            </a:r>
          </a:p>
        </p:txBody>
      </p:sp>
      <p:sp>
        <p:nvSpPr>
          <p:cNvPr id="128005" name="Text Box 1029">
            <a:extLst>
              <a:ext uri="{FF2B5EF4-FFF2-40B4-BE49-F238E27FC236}">
                <a16:creationId xmlns:a16="http://schemas.microsoft.com/office/drawing/2014/main" id="{9D7295C1-94D8-504F-B985-3E206470E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0213" y="2776538"/>
            <a:ext cx="3581400" cy="158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/>
            <a:r>
              <a:rPr lang="es-ES" altLang="es-EC" sz="2000"/>
              <a:t>Si se detecta un f.e. -2, el daño viene por la izquierda</a:t>
            </a:r>
          </a:p>
          <a:p>
            <a:pPr eaLnBrk="1" hangingPunct="1"/>
            <a:r>
              <a:rPr lang="es-ES" altLang="es-EC" sz="2000"/>
              <a:t>Si el siguiente nodo tambien tiene un f.e. negativo(-1), hay que rotar II</a:t>
            </a:r>
          </a:p>
        </p:txBody>
      </p:sp>
      <p:grpSp>
        <p:nvGrpSpPr>
          <p:cNvPr id="128070" name="Group 1094">
            <a:extLst>
              <a:ext uri="{FF2B5EF4-FFF2-40B4-BE49-F238E27FC236}">
                <a16:creationId xmlns:a16="http://schemas.microsoft.com/office/drawing/2014/main" id="{E72DBC54-E947-4344-BEC6-64A9779F5E94}"/>
              </a:ext>
            </a:extLst>
          </p:cNvPr>
          <p:cNvGrpSpPr>
            <a:grpSpLocks/>
          </p:cNvGrpSpPr>
          <p:nvPr/>
        </p:nvGrpSpPr>
        <p:grpSpPr bwMode="auto">
          <a:xfrm>
            <a:off x="1446213" y="3081338"/>
            <a:ext cx="914400" cy="1265237"/>
            <a:chOff x="911" y="1941"/>
            <a:chExt cx="576" cy="797"/>
          </a:xfrm>
        </p:grpSpPr>
        <p:grpSp>
          <p:nvGrpSpPr>
            <p:cNvPr id="13346" name="Group 1056">
              <a:extLst>
                <a:ext uri="{FF2B5EF4-FFF2-40B4-BE49-F238E27FC236}">
                  <a16:creationId xmlns:a16="http://schemas.microsoft.com/office/drawing/2014/main" id="{041A7DA1-7C88-1241-AFD3-E9443E4824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1" y="1941"/>
              <a:ext cx="528" cy="576"/>
              <a:chOff x="864" y="1872"/>
              <a:chExt cx="528" cy="576"/>
            </a:xfrm>
          </p:grpSpPr>
          <p:sp>
            <p:nvSpPr>
              <p:cNvPr id="13349" name="Oval 1057">
                <a:extLst>
                  <a:ext uri="{FF2B5EF4-FFF2-40B4-BE49-F238E27FC236}">
                    <a16:creationId xmlns:a16="http://schemas.microsoft.com/office/drawing/2014/main" id="{A62B12F1-5F22-E44D-98DD-C42721FAE9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87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18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3350" name="Oval 1058">
                <a:extLst>
                  <a:ext uri="{FF2B5EF4-FFF2-40B4-BE49-F238E27FC236}">
                    <a16:creationId xmlns:a16="http://schemas.microsoft.com/office/drawing/2014/main" id="{63A534BC-DB0A-314F-86B2-BB0CD50010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208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12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cxnSp>
            <p:nvCxnSpPr>
              <p:cNvPr id="13351" name="AutoShape 1059">
                <a:extLst>
                  <a:ext uri="{FF2B5EF4-FFF2-40B4-BE49-F238E27FC236}">
                    <a16:creationId xmlns:a16="http://schemas.microsoft.com/office/drawing/2014/main" id="{C5AC75B5-5C3E-444E-829A-ACD1DDE8485B}"/>
                  </a:ext>
                </a:extLst>
              </p:cNvPr>
              <p:cNvCxnSpPr>
                <a:cxnSpLocks noChangeShapeType="1"/>
                <a:stCxn id="13349" idx="3"/>
                <a:endCxn id="13350" idx="7"/>
              </p:cNvCxnSpPr>
              <p:nvPr/>
            </p:nvCxnSpPr>
            <p:spPr bwMode="auto">
              <a:xfrm flipH="1">
                <a:off x="1069" y="2077"/>
                <a:ext cx="118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3347" name="Text Box 1060">
              <a:extLst>
                <a:ext uri="{FF2B5EF4-FFF2-40B4-BE49-F238E27FC236}">
                  <a16:creationId xmlns:a16="http://schemas.microsoft.com/office/drawing/2014/main" id="{0BCC7D7C-DCE4-C040-8CE6-CDC60A50FA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9" y="2565"/>
              <a:ext cx="14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13348" name="Text Box 1061">
              <a:extLst>
                <a:ext uri="{FF2B5EF4-FFF2-40B4-BE49-F238E27FC236}">
                  <a16:creationId xmlns:a16="http://schemas.microsoft.com/office/drawing/2014/main" id="{324A5C00-A239-154D-9240-CF69ADA3F3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7" y="2229"/>
              <a:ext cx="240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>
                  <a:solidFill>
                    <a:schemeClr val="tx1"/>
                  </a:solidFill>
                  <a:latin typeface="Tahoma" panose="020B0604030504040204" pitchFamily="34" charset="0"/>
                </a:rPr>
                <a:t>-1</a:t>
              </a:r>
            </a:p>
          </p:txBody>
        </p:sp>
      </p:grpSp>
      <p:grpSp>
        <p:nvGrpSpPr>
          <p:cNvPr id="128071" name="Group 1095">
            <a:extLst>
              <a:ext uri="{FF2B5EF4-FFF2-40B4-BE49-F238E27FC236}">
                <a16:creationId xmlns:a16="http://schemas.microsoft.com/office/drawing/2014/main" id="{07A18EB6-B8BC-6D48-85D4-808495CB1360}"/>
              </a:ext>
            </a:extLst>
          </p:cNvPr>
          <p:cNvGrpSpPr>
            <a:grpSpLocks/>
          </p:cNvGrpSpPr>
          <p:nvPr/>
        </p:nvGrpSpPr>
        <p:grpSpPr bwMode="auto">
          <a:xfrm>
            <a:off x="989013" y="3940175"/>
            <a:ext cx="512762" cy="939800"/>
            <a:chOff x="623" y="2482"/>
            <a:chExt cx="323" cy="592"/>
          </a:xfrm>
        </p:grpSpPr>
        <p:sp>
          <p:nvSpPr>
            <p:cNvPr id="13343" name="Oval 1062">
              <a:extLst>
                <a:ext uri="{FF2B5EF4-FFF2-40B4-BE49-F238E27FC236}">
                  <a16:creationId xmlns:a16="http://schemas.microsoft.com/office/drawing/2014/main" id="{CCE12123-6541-194F-B5DC-45B96F50D6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" y="2613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800">
                  <a:solidFill>
                    <a:schemeClr val="tx1"/>
                  </a:solidFill>
                  <a:latin typeface="Tahoma" panose="020B0604030504040204" pitchFamily="34" charset="0"/>
                </a:rPr>
                <a:t>9</a:t>
              </a:r>
              <a:endParaRPr lang="es-EC" altLang="es-EC" sz="180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cxnSp>
          <p:nvCxnSpPr>
            <p:cNvPr id="13344" name="AutoShape 1063">
              <a:extLst>
                <a:ext uri="{FF2B5EF4-FFF2-40B4-BE49-F238E27FC236}">
                  <a16:creationId xmlns:a16="http://schemas.microsoft.com/office/drawing/2014/main" id="{BEB95DE9-1B47-B242-A0B6-3FDA22291193}"/>
                </a:ext>
              </a:extLst>
            </p:cNvPr>
            <p:cNvCxnSpPr>
              <a:cxnSpLocks noChangeShapeType="1"/>
              <a:stCxn id="13350" idx="3"/>
              <a:endCxn id="13343" idx="7"/>
            </p:cNvCxnSpPr>
            <p:nvPr/>
          </p:nvCxnSpPr>
          <p:spPr bwMode="auto">
            <a:xfrm flipH="1">
              <a:off x="828" y="2482"/>
              <a:ext cx="118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345" name="Text Box 1064">
              <a:extLst>
                <a:ext uri="{FF2B5EF4-FFF2-40B4-BE49-F238E27FC236}">
                  <a16:creationId xmlns:a16="http://schemas.microsoft.com/office/drawing/2014/main" id="{025FC436-DA65-DF4A-8A80-8E40F53D21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" y="2901"/>
              <a:ext cx="14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sp>
        <p:nvSpPr>
          <p:cNvPr id="128041" name="Text Box 1065">
            <a:extLst>
              <a:ext uri="{FF2B5EF4-FFF2-40B4-BE49-F238E27FC236}">
                <a16:creationId xmlns:a16="http://schemas.microsoft.com/office/drawing/2014/main" id="{75430DB5-5839-B045-AC8D-D4BC4F957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4149725"/>
            <a:ext cx="457200" cy="274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tx1"/>
                </a:solidFill>
                <a:latin typeface="Tahoma" panose="020B0604030504040204" pitchFamily="34" charset="0"/>
              </a:rPr>
              <a:t>-1</a:t>
            </a:r>
          </a:p>
        </p:txBody>
      </p:sp>
      <p:sp>
        <p:nvSpPr>
          <p:cNvPr id="128042" name="Text Box 1066">
            <a:extLst>
              <a:ext uri="{FF2B5EF4-FFF2-40B4-BE49-F238E27FC236}">
                <a16:creationId xmlns:a16="http://schemas.microsoft.com/office/drawing/2014/main" id="{BB99E0A3-53C5-D84B-8541-93426CAE2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3500438"/>
            <a:ext cx="381000" cy="274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tx1"/>
                </a:solidFill>
                <a:latin typeface="Tahoma" panose="020B0604030504040204" pitchFamily="34" charset="0"/>
              </a:rPr>
              <a:t>-2</a:t>
            </a:r>
          </a:p>
        </p:txBody>
      </p:sp>
      <p:sp>
        <p:nvSpPr>
          <p:cNvPr id="128043" name="Rectangle 1067">
            <a:extLst>
              <a:ext uri="{FF2B5EF4-FFF2-40B4-BE49-F238E27FC236}">
                <a16:creationId xmlns:a16="http://schemas.microsoft.com/office/drawing/2014/main" id="{1A69BB07-0AC4-2442-90FC-1A2C15258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700338"/>
            <a:ext cx="1981200" cy="23622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EC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8044" name="Text Box 1068">
            <a:extLst>
              <a:ext uri="{FF2B5EF4-FFF2-40B4-BE49-F238E27FC236}">
                <a16:creationId xmlns:a16="http://schemas.microsoft.com/office/drawing/2014/main" id="{C7863985-FF6C-F645-A8F9-AA9F873D1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3" y="5367338"/>
            <a:ext cx="3200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800" b="1">
                <a:solidFill>
                  <a:schemeClr val="tx1"/>
                </a:solidFill>
                <a:latin typeface="Tahoma" panose="020B0604030504040204" pitchFamily="34" charset="0"/>
              </a:rPr>
              <a:t>ALERTA, F.E. FUERA DE RANGO !!!</a:t>
            </a:r>
          </a:p>
        </p:txBody>
      </p:sp>
      <p:grpSp>
        <p:nvGrpSpPr>
          <p:cNvPr id="128069" name="Group 1093">
            <a:extLst>
              <a:ext uri="{FF2B5EF4-FFF2-40B4-BE49-F238E27FC236}">
                <a16:creationId xmlns:a16="http://schemas.microsoft.com/office/drawing/2014/main" id="{6731EC63-0E8D-B142-9D89-68B65441B6FB}"/>
              </a:ext>
            </a:extLst>
          </p:cNvPr>
          <p:cNvGrpSpPr>
            <a:grpSpLocks/>
          </p:cNvGrpSpPr>
          <p:nvPr/>
        </p:nvGrpSpPr>
        <p:grpSpPr bwMode="auto">
          <a:xfrm>
            <a:off x="6659563" y="4868863"/>
            <a:ext cx="1371600" cy="1295400"/>
            <a:chOff x="4195" y="3067"/>
            <a:chExt cx="864" cy="816"/>
          </a:xfrm>
        </p:grpSpPr>
        <p:sp>
          <p:nvSpPr>
            <p:cNvPr id="13332" name="Text Box 1074">
              <a:extLst>
                <a:ext uri="{FF2B5EF4-FFF2-40B4-BE49-F238E27FC236}">
                  <a16:creationId xmlns:a16="http://schemas.microsoft.com/office/drawing/2014/main" id="{6A3F018C-4278-0446-A188-5A8D34CCF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" y="3691"/>
              <a:ext cx="14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grpSp>
          <p:nvGrpSpPr>
            <p:cNvPr id="13333" name="Group 1092">
              <a:extLst>
                <a:ext uri="{FF2B5EF4-FFF2-40B4-BE49-F238E27FC236}">
                  <a16:creationId xmlns:a16="http://schemas.microsoft.com/office/drawing/2014/main" id="{03BD6191-F4C4-2F4A-B30E-9472BBF10E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5" y="3067"/>
              <a:ext cx="864" cy="816"/>
              <a:chOff x="4195" y="3067"/>
              <a:chExt cx="864" cy="816"/>
            </a:xfrm>
          </p:grpSpPr>
          <p:cxnSp>
            <p:nvCxnSpPr>
              <p:cNvPr id="13335" name="AutoShape 1077">
                <a:extLst>
                  <a:ext uri="{FF2B5EF4-FFF2-40B4-BE49-F238E27FC236}">
                    <a16:creationId xmlns:a16="http://schemas.microsoft.com/office/drawing/2014/main" id="{D8DD1A86-6348-C04E-9A15-8A8BBBF2E0EC}"/>
                  </a:ext>
                </a:extLst>
              </p:cNvPr>
              <p:cNvCxnSpPr>
                <a:cxnSpLocks noChangeShapeType="1"/>
                <a:stCxn id="13340" idx="5"/>
                <a:endCxn id="13338" idx="1"/>
              </p:cNvCxnSpPr>
              <p:nvPr/>
            </p:nvCxnSpPr>
            <p:spPr bwMode="auto">
              <a:xfrm>
                <a:off x="4688" y="3272"/>
                <a:ext cx="166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13336" name="Group 1091">
                <a:extLst>
                  <a:ext uri="{FF2B5EF4-FFF2-40B4-BE49-F238E27FC236}">
                    <a16:creationId xmlns:a16="http://schemas.microsoft.com/office/drawing/2014/main" id="{CECD3CDF-CFCA-1B4F-838C-9A57771476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95" y="3067"/>
                <a:ext cx="864" cy="816"/>
                <a:chOff x="4195" y="3067"/>
                <a:chExt cx="864" cy="816"/>
              </a:xfrm>
            </p:grpSpPr>
            <p:grpSp>
              <p:nvGrpSpPr>
                <p:cNvPr id="13337" name="Group 1070">
                  <a:extLst>
                    <a:ext uri="{FF2B5EF4-FFF2-40B4-BE49-F238E27FC236}">
                      <a16:creationId xmlns:a16="http://schemas.microsoft.com/office/drawing/2014/main" id="{B6236701-3BA9-A84B-928C-0B1A6EA58CA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95" y="3067"/>
                  <a:ext cx="528" cy="576"/>
                  <a:chOff x="864" y="1872"/>
                  <a:chExt cx="528" cy="576"/>
                </a:xfrm>
              </p:grpSpPr>
              <p:sp>
                <p:nvSpPr>
                  <p:cNvPr id="13340" name="Oval 1071">
                    <a:extLst>
                      <a:ext uri="{FF2B5EF4-FFF2-40B4-BE49-F238E27FC236}">
                        <a16:creationId xmlns:a16="http://schemas.microsoft.com/office/drawing/2014/main" id="{40957BD5-F210-0941-A6F7-B8BE7B3F9E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52" y="187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itchFamily="2" charset="2"/>
                      <a:buChar char=""/>
                      <a:defRPr sz="32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66FF"/>
                      </a:buClr>
                      <a:buSzPct val="80000"/>
                      <a:buFont typeface="Wingdings" pitchFamily="2" charset="2"/>
                      <a:buChar char=""/>
                      <a:defRPr sz="28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"/>
                      <a:defRPr sz="24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CCFF"/>
                      </a:buClr>
                      <a:buSzPct val="80000"/>
                      <a:buFont typeface="Wingdings" pitchFamily="2" charset="2"/>
                      <a:buChar char=""/>
                      <a:defRPr sz="20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s-ES" altLang="es-EC" sz="1600">
                        <a:solidFill>
                          <a:schemeClr val="tx1"/>
                        </a:solidFill>
                        <a:latin typeface="Tahoma" panose="020B0604030504040204" pitchFamily="34" charset="0"/>
                      </a:rPr>
                      <a:t>12</a:t>
                    </a:r>
                    <a:endParaRPr lang="es-EC" altLang="es-EC" sz="1600">
                      <a:solidFill>
                        <a:schemeClr val="tx1"/>
                      </a:solidFill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13341" name="Oval 1072">
                    <a:extLst>
                      <a:ext uri="{FF2B5EF4-FFF2-40B4-BE49-F238E27FC236}">
                        <a16:creationId xmlns:a16="http://schemas.microsoft.com/office/drawing/2014/main" id="{C5C9E667-D500-4D48-94E9-25D5FAF675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64" y="2208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itchFamily="2" charset="2"/>
                      <a:buChar char=""/>
                      <a:defRPr sz="32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66FF"/>
                      </a:buClr>
                      <a:buSzPct val="80000"/>
                      <a:buFont typeface="Wingdings" pitchFamily="2" charset="2"/>
                      <a:buChar char=""/>
                      <a:defRPr sz="28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"/>
                      <a:defRPr sz="24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CCFF"/>
                      </a:buClr>
                      <a:buSzPct val="80000"/>
                      <a:buFont typeface="Wingdings" pitchFamily="2" charset="2"/>
                      <a:buChar char=""/>
                      <a:defRPr sz="20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s-ES" altLang="es-EC" sz="1800">
                        <a:solidFill>
                          <a:schemeClr val="tx1"/>
                        </a:solidFill>
                        <a:latin typeface="Tahoma" panose="020B0604030504040204" pitchFamily="34" charset="0"/>
                      </a:rPr>
                      <a:t>9</a:t>
                    </a:r>
                    <a:endParaRPr lang="es-EC" altLang="es-EC" sz="1800">
                      <a:solidFill>
                        <a:schemeClr val="tx1"/>
                      </a:solidFill>
                      <a:latin typeface="Tahoma" panose="020B0604030504040204" pitchFamily="34" charset="0"/>
                    </a:endParaRPr>
                  </a:p>
                </p:txBody>
              </p:sp>
              <p:cxnSp>
                <p:nvCxnSpPr>
                  <p:cNvPr id="13342" name="AutoShape 1073">
                    <a:extLst>
                      <a:ext uri="{FF2B5EF4-FFF2-40B4-BE49-F238E27FC236}">
                        <a16:creationId xmlns:a16="http://schemas.microsoft.com/office/drawing/2014/main" id="{696F7C34-5261-2C47-9C5A-9643BB6FD775}"/>
                      </a:ext>
                    </a:extLst>
                  </p:cNvPr>
                  <p:cNvCxnSpPr>
                    <a:cxnSpLocks noChangeShapeType="1"/>
                    <a:stCxn id="13340" idx="3"/>
                    <a:endCxn id="13341" idx="7"/>
                  </p:cNvCxnSpPr>
                  <p:nvPr/>
                </p:nvCxnSpPr>
                <p:spPr bwMode="auto">
                  <a:xfrm flipH="1">
                    <a:off x="1069" y="2077"/>
                    <a:ext cx="118" cy="166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sp>
              <p:nvSpPr>
                <p:cNvPr id="13338" name="Oval 1076">
                  <a:extLst>
                    <a:ext uri="{FF2B5EF4-FFF2-40B4-BE49-F238E27FC236}">
                      <a16:creationId xmlns:a16="http://schemas.microsoft.com/office/drawing/2014/main" id="{0896B0FE-FC06-EA45-86A0-3AF3CD897E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19" y="3403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s-ES" altLang="es-EC" sz="18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18</a:t>
                  </a:r>
                  <a:endParaRPr lang="es-EC" altLang="es-EC" sz="1800">
                    <a:solidFill>
                      <a:schemeClr val="tx1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3339" name="Text Box 1078">
                  <a:extLst>
                    <a:ext uri="{FF2B5EF4-FFF2-40B4-BE49-F238E27FC236}">
                      <a16:creationId xmlns:a16="http://schemas.microsoft.com/office/drawing/2014/main" id="{3A7046FF-A313-DB40-8539-79194F620BB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67" y="3710"/>
                  <a:ext cx="144" cy="17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s-ES" altLang="es-EC" sz="12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0</a:t>
                  </a:r>
                </a:p>
              </p:txBody>
            </p:sp>
          </p:grpSp>
        </p:grpSp>
        <p:sp>
          <p:nvSpPr>
            <p:cNvPr id="13334" name="Text Box 1079">
              <a:extLst>
                <a:ext uri="{FF2B5EF4-FFF2-40B4-BE49-F238E27FC236}">
                  <a16:creationId xmlns:a16="http://schemas.microsoft.com/office/drawing/2014/main" id="{9DCD0FE7-B68D-4F49-B947-A1FAFC0F8B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1" y="3355"/>
              <a:ext cx="240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sp>
        <p:nvSpPr>
          <p:cNvPr id="128057" name="AutoShape 1081">
            <a:extLst>
              <a:ext uri="{FF2B5EF4-FFF2-40B4-BE49-F238E27FC236}">
                <a16:creationId xmlns:a16="http://schemas.microsoft.com/office/drawing/2014/main" id="{DBFDE44A-5D4D-2046-A6E9-2B91965F5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4941888"/>
            <a:ext cx="2160588" cy="720725"/>
          </a:xfrm>
          <a:prstGeom prst="rightArrow">
            <a:avLst>
              <a:gd name="adj1" fmla="val 50000"/>
              <a:gd name="adj2" fmla="val 74945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C" sz="2400">
                <a:solidFill>
                  <a:schemeClr val="tx1"/>
                </a:solidFill>
                <a:latin typeface="Tahoma" panose="020B0604030504040204" pitchFamily="34" charset="0"/>
              </a:rPr>
              <a:t>Al rotar</a:t>
            </a:r>
            <a:endParaRPr lang="es-EC" altLang="es-EC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28058" name="Rectangle 1082">
            <a:extLst>
              <a:ext uri="{FF2B5EF4-FFF2-40B4-BE49-F238E27FC236}">
                <a16:creationId xmlns:a16="http://schemas.microsoft.com/office/drawing/2014/main" id="{AF252DF8-821B-C646-90F3-085AA591E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4581525"/>
            <a:ext cx="1800225" cy="17875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EC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128064" name="Group 1088">
            <a:extLst>
              <a:ext uri="{FF2B5EF4-FFF2-40B4-BE49-F238E27FC236}">
                <a16:creationId xmlns:a16="http://schemas.microsoft.com/office/drawing/2014/main" id="{7B2CA29A-FADB-5A4A-8666-4489DFA35993}"/>
              </a:ext>
            </a:extLst>
          </p:cNvPr>
          <p:cNvGrpSpPr>
            <a:grpSpLocks/>
          </p:cNvGrpSpPr>
          <p:nvPr/>
        </p:nvGrpSpPr>
        <p:grpSpPr bwMode="auto">
          <a:xfrm>
            <a:off x="1260475" y="2755900"/>
            <a:ext cx="574675" cy="336550"/>
            <a:chOff x="794" y="1736"/>
            <a:chExt cx="362" cy="212"/>
          </a:xfrm>
        </p:grpSpPr>
        <p:sp>
          <p:nvSpPr>
            <p:cNvPr id="13330" name="Line 1084">
              <a:extLst>
                <a:ext uri="{FF2B5EF4-FFF2-40B4-BE49-F238E27FC236}">
                  <a16:creationId xmlns:a16="http://schemas.microsoft.com/office/drawing/2014/main" id="{BE5DF890-E96A-C242-BEDE-8F04CADCF4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1797"/>
              <a:ext cx="18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331" name="Text Box 1086">
              <a:extLst>
                <a:ext uri="{FF2B5EF4-FFF2-40B4-BE49-F238E27FC236}">
                  <a16:creationId xmlns:a16="http://schemas.microsoft.com/office/drawing/2014/main" id="{A5FA0AD9-F25A-7542-B6B4-EBBDEFF268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" y="1736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n</a:t>
              </a:r>
              <a:endParaRPr lang="es-EC" altLang="es-EC" sz="1600" b="1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128065" name="Group 1089">
            <a:extLst>
              <a:ext uri="{FF2B5EF4-FFF2-40B4-BE49-F238E27FC236}">
                <a16:creationId xmlns:a16="http://schemas.microsoft.com/office/drawing/2014/main" id="{2BAE285E-1ADB-D54B-BC3A-0B65C153ED89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3357563"/>
            <a:ext cx="647700" cy="336550"/>
            <a:chOff x="521" y="2115"/>
            <a:chExt cx="408" cy="212"/>
          </a:xfrm>
        </p:grpSpPr>
        <p:sp>
          <p:nvSpPr>
            <p:cNvPr id="13328" name="Line 1085">
              <a:extLst>
                <a:ext uri="{FF2B5EF4-FFF2-40B4-BE49-F238E27FC236}">
                  <a16:creationId xmlns:a16="http://schemas.microsoft.com/office/drawing/2014/main" id="{AC89CF42-9F0C-A448-9B92-11936A958C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2160"/>
              <a:ext cx="18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329" name="Text Box 1087">
              <a:extLst>
                <a:ext uri="{FF2B5EF4-FFF2-40B4-BE49-F238E27FC236}">
                  <a16:creationId xmlns:a16="http://schemas.microsoft.com/office/drawing/2014/main" id="{4ACBE91F-115C-2549-AD43-71BC711AC5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115"/>
              <a:ext cx="36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n1</a:t>
              </a:r>
              <a:endParaRPr lang="es-EC" altLang="es-EC" sz="1600" b="1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128066" name="AutoShape 1090">
            <a:extLst>
              <a:ext uri="{FF2B5EF4-FFF2-40B4-BE49-F238E27FC236}">
                <a16:creationId xmlns:a16="http://schemas.microsoft.com/office/drawing/2014/main" id="{134E4D22-972D-5047-B6BE-9AC8D753A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2708275"/>
            <a:ext cx="1871662" cy="1511300"/>
          </a:xfrm>
          <a:prstGeom prst="cloudCallout">
            <a:avLst>
              <a:gd name="adj1" fmla="val -24468"/>
              <a:gd name="adj2" fmla="val 92963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Los f.e. de n y n1, quedaron 0</a:t>
            </a:r>
            <a:endParaRPr lang="es-EC" altLang="es-EC" sz="16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80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8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8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80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8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80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8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128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8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80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80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8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8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8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804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80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804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80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804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80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804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804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128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128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128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1280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1280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1280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1280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1280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1280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1280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41" decel="50000">
                                          <p:stCondLst>
                                            <p:cond delay="458"/>
                                          </p:stCondLst>
                                        </p:cTn>
                                        <p:tgtEl>
                                          <p:spTgt spid="1280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280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8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280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280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28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28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80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80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92" decel="100000"/>
                                        <p:tgtEl>
                                          <p:spTgt spid="1280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192" decel="100000"/>
                                        <p:tgtEl>
                                          <p:spTgt spid="12804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2" dur="308" accel="100000" fill="hold">
                                          <p:stCondLst>
                                            <p:cond delay="192"/>
                                          </p:stCondLst>
                                        </p:cTn>
                                        <p:tgtEl>
                                          <p:spTgt spid="12804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93" dur="192" fill="hold"/>
                                        <p:tgtEl>
                                          <p:spTgt spid="128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94" dur="308" accel="100000" fill="hold">
                                          <p:stCondLst>
                                            <p:cond delay="192"/>
                                          </p:stCondLst>
                                        </p:cTn>
                                        <p:tgtEl>
                                          <p:spTgt spid="128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95" dur="192" fill="hold"/>
                                        <p:tgtEl>
                                          <p:spTgt spid="128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96" dur="308" accel="100000" fill="hold">
                                          <p:stCondLst>
                                            <p:cond delay="192"/>
                                          </p:stCondLst>
                                        </p:cTn>
                                        <p:tgtEl>
                                          <p:spTgt spid="128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280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900" decel="100000" fill="hold"/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280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280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280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280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28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28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28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28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2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280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280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280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28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8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28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8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4" grpId="0"/>
      <p:bldP spid="128005" grpId="0"/>
      <p:bldP spid="128041" grpId="0" animBg="1"/>
      <p:bldP spid="128042" grpId="0" animBg="1"/>
      <p:bldP spid="128043" grpId="0" animBg="1"/>
      <p:bldP spid="128044" grpId="0"/>
      <p:bldP spid="128057" grpId="0" animBg="1"/>
      <p:bldP spid="128058" grpId="0" animBg="1"/>
      <p:bldP spid="128066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C65AC6B3-D08B-5146-B6C4-F0C21D4574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C"/>
              <a:t>ROTACION II: CASO 2</a:t>
            </a:r>
            <a:endParaRPr lang="es-EC" altLang="es-EC"/>
          </a:p>
        </p:txBody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DE508312-B3A8-9E4E-B5CA-7622C4B338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" altLang="es-EC" sz="2800"/>
              <a:t>Parece que un nodo me “impidiese” rotar</a:t>
            </a:r>
            <a:endParaRPr lang="es-EC" altLang="es-EC" sz="2800"/>
          </a:p>
        </p:txBody>
      </p:sp>
      <p:grpSp>
        <p:nvGrpSpPr>
          <p:cNvPr id="149536" name="Group 32">
            <a:extLst>
              <a:ext uri="{FF2B5EF4-FFF2-40B4-BE49-F238E27FC236}">
                <a16:creationId xmlns:a16="http://schemas.microsoft.com/office/drawing/2014/main" id="{6532CCA6-131B-0742-8CA8-A91DEF162877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3429000"/>
            <a:ext cx="1887538" cy="1833563"/>
            <a:chOff x="748" y="2160"/>
            <a:chExt cx="1189" cy="1155"/>
          </a:xfrm>
        </p:grpSpPr>
        <p:grpSp>
          <p:nvGrpSpPr>
            <p:cNvPr id="14383" name="Group 20">
              <a:extLst>
                <a:ext uri="{FF2B5EF4-FFF2-40B4-BE49-F238E27FC236}">
                  <a16:creationId xmlns:a16="http://schemas.microsoft.com/office/drawing/2014/main" id="{CFC69FAA-0FB7-BB4E-965B-4C98D18D56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6" y="2308"/>
              <a:ext cx="371" cy="611"/>
              <a:chOff x="1452" y="2671"/>
              <a:chExt cx="371" cy="611"/>
            </a:xfrm>
          </p:grpSpPr>
          <p:sp>
            <p:nvSpPr>
              <p:cNvPr id="14399" name="Oval 8">
                <a:extLst>
                  <a:ext uri="{FF2B5EF4-FFF2-40B4-BE49-F238E27FC236}">
                    <a16:creationId xmlns:a16="http://schemas.microsoft.com/office/drawing/2014/main" id="{A4936BFD-D35C-B640-9799-8243599421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3" y="280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25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cxnSp>
            <p:nvCxnSpPr>
              <p:cNvPr id="14400" name="AutoShape 9">
                <a:extLst>
                  <a:ext uri="{FF2B5EF4-FFF2-40B4-BE49-F238E27FC236}">
                    <a16:creationId xmlns:a16="http://schemas.microsoft.com/office/drawing/2014/main" id="{717D1064-E7BE-9B48-B7C8-F24B68205D51}"/>
                  </a:ext>
                </a:extLst>
              </p:cNvPr>
              <p:cNvCxnSpPr>
                <a:cxnSpLocks noChangeShapeType="1"/>
                <a:endCxn id="14399" idx="1"/>
              </p:cNvCxnSpPr>
              <p:nvPr/>
            </p:nvCxnSpPr>
            <p:spPr bwMode="auto">
              <a:xfrm>
                <a:off x="1452" y="2671"/>
                <a:ext cx="166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4401" name="Text Box 10">
                <a:extLst>
                  <a:ext uri="{FF2B5EF4-FFF2-40B4-BE49-F238E27FC236}">
                    <a16:creationId xmlns:a16="http://schemas.microsoft.com/office/drawing/2014/main" id="{54F1A0E3-6F8D-6B41-9081-C204536D82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1" y="3109"/>
                <a:ext cx="144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14384" name="Group 15">
              <a:extLst>
                <a:ext uri="{FF2B5EF4-FFF2-40B4-BE49-F238E27FC236}">
                  <a16:creationId xmlns:a16="http://schemas.microsoft.com/office/drawing/2014/main" id="{3B54C72B-323F-0C41-9853-90BADAAA5A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" y="2706"/>
              <a:ext cx="323" cy="592"/>
              <a:chOff x="623" y="2482"/>
              <a:chExt cx="323" cy="592"/>
            </a:xfrm>
          </p:grpSpPr>
          <p:sp>
            <p:nvSpPr>
              <p:cNvPr id="14396" name="Oval 12">
                <a:extLst>
                  <a:ext uri="{FF2B5EF4-FFF2-40B4-BE49-F238E27FC236}">
                    <a16:creationId xmlns:a16="http://schemas.microsoft.com/office/drawing/2014/main" id="{2B9C725C-AA51-384B-BEBA-B88D3E0AC1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" y="2613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9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cxnSp>
            <p:nvCxnSpPr>
              <p:cNvPr id="14397" name="AutoShape 13">
                <a:extLst>
                  <a:ext uri="{FF2B5EF4-FFF2-40B4-BE49-F238E27FC236}">
                    <a16:creationId xmlns:a16="http://schemas.microsoft.com/office/drawing/2014/main" id="{507E6ECD-890C-D448-A99A-99E9B1BC3562}"/>
                  </a:ext>
                </a:extLst>
              </p:cNvPr>
              <p:cNvCxnSpPr>
                <a:cxnSpLocks noChangeShapeType="1"/>
                <a:endCxn id="14396" idx="7"/>
              </p:cNvCxnSpPr>
              <p:nvPr/>
            </p:nvCxnSpPr>
            <p:spPr bwMode="auto">
              <a:xfrm flipH="1">
                <a:off x="828" y="2482"/>
                <a:ext cx="118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4398" name="Text Box 14">
                <a:extLst>
                  <a:ext uri="{FF2B5EF4-FFF2-40B4-BE49-F238E27FC236}">
                    <a16:creationId xmlns:a16="http://schemas.microsoft.com/office/drawing/2014/main" id="{C827E03B-B2B2-014F-9EA8-4FABD48716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1" y="2901"/>
                <a:ext cx="144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14385" name="Group 16">
              <a:extLst>
                <a:ext uri="{FF2B5EF4-FFF2-40B4-BE49-F238E27FC236}">
                  <a16:creationId xmlns:a16="http://schemas.microsoft.com/office/drawing/2014/main" id="{14D7373C-D5D9-C345-894F-A99DF29133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0" y="2704"/>
              <a:ext cx="371" cy="611"/>
              <a:chOff x="4688" y="3272"/>
              <a:chExt cx="371" cy="611"/>
            </a:xfrm>
          </p:grpSpPr>
          <p:sp>
            <p:nvSpPr>
              <p:cNvPr id="14393" name="Oval 17">
                <a:extLst>
                  <a:ext uri="{FF2B5EF4-FFF2-40B4-BE49-F238E27FC236}">
                    <a16:creationId xmlns:a16="http://schemas.microsoft.com/office/drawing/2014/main" id="{0E9DE15A-E1E2-0A44-ABC9-BD9383A3B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9" y="3403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17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cxnSp>
            <p:nvCxnSpPr>
              <p:cNvPr id="14394" name="AutoShape 18">
                <a:extLst>
                  <a:ext uri="{FF2B5EF4-FFF2-40B4-BE49-F238E27FC236}">
                    <a16:creationId xmlns:a16="http://schemas.microsoft.com/office/drawing/2014/main" id="{1956DFC5-31C6-1147-BB5F-5319DC74F38A}"/>
                  </a:ext>
                </a:extLst>
              </p:cNvPr>
              <p:cNvCxnSpPr>
                <a:cxnSpLocks noChangeShapeType="1"/>
                <a:endCxn id="14393" idx="1"/>
              </p:cNvCxnSpPr>
              <p:nvPr/>
            </p:nvCxnSpPr>
            <p:spPr bwMode="auto">
              <a:xfrm>
                <a:off x="4688" y="3272"/>
                <a:ext cx="166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4395" name="Text Box 19">
                <a:extLst>
                  <a:ext uri="{FF2B5EF4-FFF2-40B4-BE49-F238E27FC236}">
                    <a16:creationId xmlns:a16="http://schemas.microsoft.com/office/drawing/2014/main" id="{BFA86210-F38B-1B4D-98E9-644768E13D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7" y="3710"/>
                <a:ext cx="144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14386" name="Group 25">
              <a:extLst>
                <a:ext uri="{FF2B5EF4-FFF2-40B4-BE49-F238E27FC236}">
                  <a16:creationId xmlns:a16="http://schemas.microsoft.com/office/drawing/2014/main" id="{8DBEFD0D-635E-BC4A-97F2-B879699A51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6" y="2160"/>
              <a:ext cx="272" cy="490"/>
              <a:chOff x="1202" y="2523"/>
              <a:chExt cx="272" cy="490"/>
            </a:xfrm>
          </p:grpSpPr>
          <p:sp>
            <p:nvSpPr>
              <p:cNvPr id="14391" name="Oval 5">
                <a:extLst>
                  <a:ext uri="{FF2B5EF4-FFF2-40B4-BE49-F238E27FC236}">
                    <a16:creationId xmlns:a16="http://schemas.microsoft.com/office/drawing/2014/main" id="{FE09AA90-84D0-364A-AF2D-7F2BBC3E70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8" y="2523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18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4392" name="Text Box 21">
                <a:extLst>
                  <a:ext uri="{FF2B5EF4-FFF2-40B4-BE49-F238E27FC236}">
                    <a16:creationId xmlns:a16="http://schemas.microsoft.com/office/drawing/2014/main" id="{8A999B46-4517-064A-8292-A90641D8EE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2" y="2840"/>
                <a:ext cx="272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-1</a:t>
                </a:r>
              </a:p>
            </p:txBody>
          </p:sp>
        </p:grpSp>
        <p:grpSp>
          <p:nvGrpSpPr>
            <p:cNvPr id="14387" name="Group 26">
              <a:extLst>
                <a:ext uri="{FF2B5EF4-FFF2-40B4-BE49-F238E27FC236}">
                  <a16:creationId xmlns:a16="http://schemas.microsoft.com/office/drawing/2014/main" id="{9CB8BD1F-39E9-A348-A318-72DE95240C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4" y="2365"/>
              <a:ext cx="323" cy="603"/>
              <a:chOff x="930" y="2728"/>
              <a:chExt cx="323" cy="603"/>
            </a:xfrm>
          </p:grpSpPr>
          <p:sp>
            <p:nvSpPr>
              <p:cNvPr id="14388" name="Oval 6">
                <a:extLst>
                  <a:ext uri="{FF2B5EF4-FFF2-40B4-BE49-F238E27FC236}">
                    <a16:creationId xmlns:a16="http://schemas.microsoft.com/office/drawing/2014/main" id="{5DAAF50E-8B89-F642-8B85-785F891562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2859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12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cxnSp>
            <p:nvCxnSpPr>
              <p:cNvPr id="14389" name="AutoShape 7">
                <a:extLst>
                  <a:ext uri="{FF2B5EF4-FFF2-40B4-BE49-F238E27FC236}">
                    <a16:creationId xmlns:a16="http://schemas.microsoft.com/office/drawing/2014/main" id="{195588C5-64A2-B848-815C-FA62154F29C0}"/>
                  </a:ext>
                </a:extLst>
              </p:cNvPr>
              <p:cNvCxnSpPr>
                <a:cxnSpLocks noChangeShapeType="1"/>
                <a:stCxn id="14391" idx="3"/>
                <a:endCxn id="14388" idx="7"/>
              </p:cNvCxnSpPr>
              <p:nvPr/>
            </p:nvCxnSpPr>
            <p:spPr bwMode="auto">
              <a:xfrm flipH="1">
                <a:off x="1135" y="2728"/>
                <a:ext cx="118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4390" name="Text Box 22">
                <a:extLst>
                  <a:ext uri="{FF2B5EF4-FFF2-40B4-BE49-F238E27FC236}">
                    <a16:creationId xmlns:a16="http://schemas.microsoft.com/office/drawing/2014/main" id="{6E4174A2-DCD2-1147-AECE-0AFD974384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5" y="3158"/>
                <a:ext cx="227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</p:grpSp>
      <p:grpSp>
        <p:nvGrpSpPr>
          <p:cNvPr id="149537" name="Group 33">
            <a:extLst>
              <a:ext uri="{FF2B5EF4-FFF2-40B4-BE49-F238E27FC236}">
                <a16:creationId xmlns:a16="http://schemas.microsoft.com/office/drawing/2014/main" id="{9C71B31D-9808-AD45-86C3-41C9157003D1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4868863"/>
            <a:ext cx="512763" cy="939800"/>
            <a:chOff x="476" y="3067"/>
            <a:chExt cx="323" cy="592"/>
          </a:xfrm>
        </p:grpSpPr>
        <p:sp>
          <p:nvSpPr>
            <p:cNvPr id="14380" name="Oval 29">
              <a:extLst>
                <a:ext uri="{FF2B5EF4-FFF2-40B4-BE49-F238E27FC236}">
                  <a16:creationId xmlns:a16="http://schemas.microsoft.com/office/drawing/2014/main" id="{27A4EC3D-40D8-1F49-A764-8AF0FB212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198"/>
              <a:ext cx="240" cy="24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800">
                  <a:solidFill>
                    <a:schemeClr val="tx1"/>
                  </a:solidFill>
                  <a:latin typeface="Tahoma" panose="020B0604030504040204" pitchFamily="34" charset="0"/>
                </a:rPr>
                <a:t>1</a:t>
              </a:r>
              <a:endParaRPr lang="es-EC" altLang="es-EC" sz="180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cxnSp>
          <p:nvCxnSpPr>
            <p:cNvPr id="14381" name="AutoShape 30">
              <a:extLst>
                <a:ext uri="{FF2B5EF4-FFF2-40B4-BE49-F238E27FC236}">
                  <a16:creationId xmlns:a16="http://schemas.microsoft.com/office/drawing/2014/main" id="{2DC0338E-EBE2-1B4C-BDB3-C9603F4AA97D}"/>
                </a:ext>
              </a:extLst>
            </p:cNvPr>
            <p:cNvCxnSpPr>
              <a:cxnSpLocks noChangeShapeType="1"/>
              <a:endCxn id="14380" idx="7"/>
            </p:cNvCxnSpPr>
            <p:nvPr/>
          </p:nvCxnSpPr>
          <p:spPr bwMode="auto">
            <a:xfrm flipH="1">
              <a:off x="681" y="3067"/>
              <a:ext cx="118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382" name="Text Box 31">
              <a:extLst>
                <a:ext uri="{FF2B5EF4-FFF2-40B4-BE49-F238E27FC236}">
                  <a16:creationId xmlns:a16="http://schemas.microsoft.com/office/drawing/2014/main" id="{EDB13B96-356E-BA4E-8CDD-5CC084636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" y="3486"/>
              <a:ext cx="14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sp>
        <p:nvSpPr>
          <p:cNvPr id="149538" name="Text Box 34">
            <a:extLst>
              <a:ext uri="{FF2B5EF4-FFF2-40B4-BE49-F238E27FC236}">
                <a16:creationId xmlns:a16="http://schemas.microsoft.com/office/drawing/2014/main" id="{C3BE22A4-49CF-D54E-812A-FC710D5B8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5013325"/>
            <a:ext cx="360362" cy="274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tx1"/>
                </a:solidFill>
                <a:latin typeface="Tahoma" panose="020B0604030504040204" pitchFamily="34" charset="0"/>
              </a:rPr>
              <a:t>-1</a:t>
            </a:r>
          </a:p>
        </p:txBody>
      </p:sp>
      <p:sp>
        <p:nvSpPr>
          <p:cNvPr id="149539" name="Text Box 35">
            <a:extLst>
              <a:ext uri="{FF2B5EF4-FFF2-40B4-BE49-F238E27FC236}">
                <a16:creationId xmlns:a16="http://schemas.microsoft.com/office/drawing/2014/main" id="{C5E33C95-3304-2845-A3F0-D883CA230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4437063"/>
            <a:ext cx="360363" cy="274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tx1"/>
                </a:solidFill>
                <a:latin typeface="Tahoma" panose="020B0604030504040204" pitchFamily="34" charset="0"/>
              </a:rPr>
              <a:t>-1</a:t>
            </a:r>
          </a:p>
        </p:txBody>
      </p:sp>
      <p:sp>
        <p:nvSpPr>
          <p:cNvPr id="149540" name="Text Box 36">
            <a:extLst>
              <a:ext uri="{FF2B5EF4-FFF2-40B4-BE49-F238E27FC236}">
                <a16:creationId xmlns:a16="http://schemas.microsoft.com/office/drawing/2014/main" id="{C2CBF18E-98A2-BC4B-A0A4-D050BC799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3933825"/>
            <a:ext cx="360363" cy="274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tx1"/>
                </a:solidFill>
                <a:latin typeface="Tahoma" panose="020B0604030504040204" pitchFamily="34" charset="0"/>
              </a:rPr>
              <a:t>-2</a:t>
            </a:r>
          </a:p>
        </p:txBody>
      </p:sp>
      <p:sp>
        <p:nvSpPr>
          <p:cNvPr id="149541" name="Freeform 37">
            <a:extLst>
              <a:ext uri="{FF2B5EF4-FFF2-40B4-BE49-F238E27FC236}">
                <a16:creationId xmlns:a16="http://schemas.microsoft.com/office/drawing/2014/main" id="{09978442-C0C1-D04B-8119-4262862D8E0C}"/>
              </a:ext>
            </a:extLst>
          </p:cNvPr>
          <p:cNvSpPr>
            <a:spLocks/>
          </p:cNvSpPr>
          <p:nvPr/>
        </p:nvSpPr>
        <p:spPr bwMode="auto">
          <a:xfrm>
            <a:off x="1403350" y="2925763"/>
            <a:ext cx="1465263" cy="1871662"/>
          </a:xfrm>
          <a:custGeom>
            <a:avLst/>
            <a:gdLst>
              <a:gd name="T0" fmla="*/ 2147483646 w 1301"/>
              <a:gd name="T1" fmla="*/ 2147483646 h 1550"/>
              <a:gd name="T2" fmla="*/ 2147483646 w 1301"/>
              <a:gd name="T3" fmla="*/ 2147483646 h 1550"/>
              <a:gd name="T4" fmla="*/ 2147483646 w 1301"/>
              <a:gd name="T5" fmla="*/ 2147483646 h 1550"/>
              <a:gd name="T6" fmla="*/ 2147483646 w 1301"/>
              <a:gd name="T7" fmla="*/ 2147483646 h 1550"/>
              <a:gd name="T8" fmla="*/ 2147483646 w 1301"/>
              <a:gd name="T9" fmla="*/ 2147483646 h 1550"/>
              <a:gd name="T10" fmla="*/ 2147483646 w 1301"/>
              <a:gd name="T11" fmla="*/ 2147483646 h 1550"/>
              <a:gd name="T12" fmla="*/ 2147483646 w 1301"/>
              <a:gd name="T13" fmla="*/ 2147483646 h 155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01" h="1550">
                <a:moveTo>
                  <a:pt x="106" y="997"/>
                </a:moveTo>
                <a:cubicBezTo>
                  <a:pt x="212" y="801"/>
                  <a:pt x="651" y="272"/>
                  <a:pt x="832" y="136"/>
                </a:cubicBezTo>
                <a:cubicBezTo>
                  <a:pt x="1013" y="0"/>
                  <a:pt x="1134" y="128"/>
                  <a:pt x="1195" y="181"/>
                </a:cubicBezTo>
                <a:cubicBezTo>
                  <a:pt x="1256" y="234"/>
                  <a:pt x="1301" y="249"/>
                  <a:pt x="1195" y="453"/>
                </a:cubicBezTo>
                <a:cubicBezTo>
                  <a:pt x="1089" y="657"/>
                  <a:pt x="726" y="1262"/>
                  <a:pt x="560" y="1406"/>
                </a:cubicBezTo>
                <a:cubicBezTo>
                  <a:pt x="394" y="1550"/>
                  <a:pt x="273" y="1383"/>
                  <a:pt x="197" y="1315"/>
                </a:cubicBezTo>
                <a:cubicBezTo>
                  <a:pt x="121" y="1247"/>
                  <a:pt x="0" y="1193"/>
                  <a:pt x="106" y="997"/>
                </a:cubicBezTo>
                <a:close/>
              </a:path>
            </a:pathLst>
          </a:custGeom>
          <a:solidFill>
            <a:srgbClr val="FFFF99">
              <a:alpha val="20000"/>
            </a:srgbClr>
          </a:solidFill>
          <a:ln w="9525" cap="flat" cmpd="sng">
            <a:solidFill>
              <a:srgbClr val="FF99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9542" name="Text Box 38">
            <a:extLst>
              <a:ext uri="{FF2B5EF4-FFF2-40B4-BE49-F238E27FC236}">
                <a16:creationId xmlns:a16="http://schemas.microsoft.com/office/drawing/2014/main" id="{F784A150-5668-624E-8081-A2B30BE62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2492375"/>
            <a:ext cx="3581400" cy="158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/>
            <a:r>
              <a:rPr lang="es-ES" altLang="es-EC" sz="2000"/>
              <a:t>Si se detecta un f.e. -2, el daño viene por la izquierda</a:t>
            </a:r>
          </a:p>
          <a:p>
            <a:pPr eaLnBrk="1" hangingPunct="1"/>
            <a:r>
              <a:rPr lang="es-ES" altLang="es-EC" sz="2000"/>
              <a:t>Si el siguiente nodo tambien tiene un f.e. negativo(-1), hay que rotar II</a:t>
            </a:r>
          </a:p>
        </p:txBody>
      </p:sp>
      <p:grpSp>
        <p:nvGrpSpPr>
          <p:cNvPr id="149543" name="Group 39">
            <a:extLst>
              <a:ext uri="{FF2B5EF4-FFF2-40B4-BE49-F238E27FC236}">
                <a16:creationId xmlns:a16="http://schemas.microsoft.com/office/drawing/2014/main" id="{64697BDD-53DC-C440-AA7D-7420F590445F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3213100"/>
            <a:ext cx="647700" cy="703263"/>
            <a:chOff x="521" y="2115"/>
            <a:chExt cx="408" cy="443"/>
          </a:xfrm>
        </p:grpSpPr>
        <p:sp>
          <p:nvSpPr>
            <p:cNvPr id="14378" name="Line 40">
              <a:extLst>
                <a:ext uri="{FF2B5EF4-FFF2-40B4-BE49-F238E27FC236}">
                  <a16:creationId xmlns:a16="http://schemas.microsoft.com/office/drawing/2014/main" id="{99675B1D-5C7E-E94C-A12A-3A216C200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2160"/>
              <a:ext cx="18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379" name="Text Box 41">
              <a:extLst>
                <a:ext uri="{FF2B5EF4-FFF2-40B4-BE49-F238E27FC236}">
                  <a16:creationId xmlns:a16="http://schemas.microsoft.com/office/drawing/2014/main" id="{EDF883C3-0D59-EE4A-981C-D70F8B013A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115"/>
              <a:ext cx="363" cy="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n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s-EC" altLang="es-EC" sz="1600" b="1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149546" name="Group 42">
            <a:extLst>
              <a:ext uri="{FF2B5EF4-FFF2-40B4-BE49-F238E27FC236}">
                <a16:creationId xmlns:a16="http://schemas.microsoft.com/office/drawing/2014/main" id="{6541FE26-8F92-2D4F-91FD-E348A6E4E08D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3644900"/>
            <a:ext cx="647700" cy="703263"/>
            <a:chOff x="521" y="2115"/>
            <a:chExt cx="408" cy="443"/>
          </a:xfrm>
        </p:grpSpPr>
        <p:sp>
          <p:nvSpPr>
            <p:cNvPr id="14376" name="Line 43">
              <a:extLst>
                <a:ext uri="{FF2B5EF4-FFF2-40B4-BE49-F238E27FC236}">
                  <a16:creationId xmlns:a16="http://schemas.microsoft.com/office/drawing/2014/main" id="{2AB21DB6-A050-DB44-A33C-B0FB8AE4A3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2160"/>
              <a:ext cx="18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377" name="Text Box 44">
              <a:extLst>
                <a:ext uri="{FF2B5EF4-FFF2-40B4-BE49-F238E27FC236}">
                  <a16:creationId xmlns:a16="http://schemas.microsoft.com/office/drawing/2014/main" id="{937B38BB-4822-834E-B03B-D79C4A4E09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115"/>
              <a:ext cx="363" cy="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n1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s-EC" altLang="es-EC" sz="1600" b="1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149549" name="Rectangle 45">
            <a:extLst>
              <a:ext uri="{FF2B5EF4-FFF2-40B4-BE49-F238E27FC236}">
                <a16:creationId xmlns:a16="http://schemas.microsoft.com/office/drawing/2014/main" id="{2DE71D1B-868A-D244-B146-EE3256778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852738"/>
            <a:ext cx="2592387" cy="316865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EC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9550" name="AutoShape 46">
            <a:extLst>
              <a:ext uri="{FF2B5EF4-FFF2-40B4-BE49-F238E27FC236}">
                <a16:creationId xmlns:a16="http://schemas.microsoft.com/office/drawing/2014/main" id="{415486BF-B5B3-CD46-9A05-BD113A9C5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321175"/>
            <a:ext cx="2160588" cy="2060575"/>
          </a:xfrm>
          <a:prstGeom prst="rightArrow">
            <a:avLst>
              <a:gd name="adj1" fmla="val 49769"/>
              <a:gd name="adj2" fmla="val 27888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Al rotar, el 18 debe bajar, no importa el 17</a:t>
            </a:r>
            <a:endParaRPr lang="es-EC" altLang="es-EC" sz="16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149571" name="Group 67">
            <a:extLst>
              <a:ext uri="{FF2B5EF4-FFF2-40B4-BE49-F238E27FC236}">
                <a16:creationId xmlns:a16="http://schemas.microsoft.com/office/drawing/2014/main" id="{4B02F257-7462-3742-8BA2-EAFB1BC2C733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4508500"/>
            <a:ext cx="2460625" cy="1806575"/>
            <a:chOff x="3742" y="2840"/>
            <a:chExt cx="1550" cy="1138"/>
          </a:xfrm>
        </p:grpSpPr>
        <p:grpSp>
          <p:nvGrpSpPr>
            <p:cNvPr id="14357" name="Group 48">
              <a:extLst>
                <a:ext uri="{FF2B5EF4-FFF2-40B4-BE49-F238E27FC236}">
                  <a16:creationId xmlns:a16="http://schemas.microsoft.com/office/drawing/2014/main" id="{EE4B2554-26FC-E946-B60F-3F73FEEF58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2988"/>
              <a:ext cx="371" cy="611"/>
              <a:chOff x="1452" y="2671"/>
              <a:chExt cx="371" cy="611"/>
            </a:xfrm>
          </p:grpSpPr>
          <p:sp>
            <p:nvSpPr>
              <p:cNvPr id="14373" name="Oval 49">
                <a:extLst>
                  <a:ext uri="{FF2B5EF4-FFF2-40B4-BE49-F238E27FC236}">
                    <a16:creationId xmlns:a16="http://schemas.microsoft.com/office/drawing/2014/main" id="{4053AA73-5ABB-C443-8F6D-1BD6A2D7ED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3" y="280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18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cxnSp>
            <p:nvCxnSpPr>
              <p:cNvPr id="14374" name="AutoShape 50">
                <a:extLst>
                  <a:ext uri="{FF2B5EF4-FFF2-40B4-BE49-F238E27FC236}">
                    <a16:creationId xmlns:a16="http://schemas.microsoft.com/office/drawing/2014/main" id="{C4C85C2C-F7B8-6D40-BB83-DB58507727FE}"/>
                  </a:ext>
                </a:extLst>
              </p:cNvPr>
              <p:cNvCxnSpPr>
                <a:cxnSpLocks noChangeShapeType="1"/>
                <a:endCxn id="14373" idx="1"/>
              </p:cNvCxnSpPr>
              <p:nvPr/>
            </p:nvCxnSpPr>
            <p:spPr bwMode="auto">
              <a:xfrm>
                <a:off x="1452" y="2671"/>
                <a:ext cx="166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4375" name="Text Box 51">
                <a:extLst>
                  <a:ext uri="{FF2B5EF4-FFF2-40B4-BE49-F238E27FC236}">
                    <a16:creationId xmlns:a16="http://schemas.microsoft.com/office/drawing/2014/main" id="{06C51520-49FD-F649-8B72-DD5BB82DCC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1" y="3109"/>
                <a:ext cx="144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14358" name="Group 52">
              <a:extLst>
                <a:ext uri="{FF2B5EF4-FFF2-40B4-BE49-F238E27FC236}">
                  <a16:creationId xmlns:a16="http://schemas.microsoft.com/office/drawing/2014/main" id="{A0541635-4F80-4043-91EC-396A85013B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2" y="3386"/>
              <a:ext cx="323" cy="592"/>
              <a:chOff x="623" y="2482"/>
              <a:chExt cx="323" cy="592"/>
            </a:xfrm>
          </p:grpSpPr>
          <p:sp>
            <p:nvSpPr>
              <p:cNvPr id="14370" name="Oval 53">
                <a:extLst>
                  <a:ext uri="{FF2B5EF4-FFF2-40B4-BE49-F238E27FC236}">
                    <a16:creationId xmlns:a16="http://schemas.microsoft.com/office/drawing/2014/main" id="{38141F85-210A-1945-B5B6-70ABD06F01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" y="2613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cxnSp>
            <p:nvCxnSpPr>
              <p:cNvPr id="14371" name="AutoShape 54">
                <a:extLst>
                  <a:ext uri="{FF2B5EF4-FFF2-40B4-BE49-F238E27FC236}">
                    <a16:creationId xmlns:a16="http://schemas.microsoft.com/office/drawing/2014/main" id="{174560A1-B8C3-8A43-AA5E-CED545EB3619}"/>
                  </a:ext>
                </a:extLst>
              </p:cNvPr>
              <p:cNvCxnSpPr>
                <a:cxnSpLocks noChangeShapeType="1"/>
                <a:endCxn id="14370" idx="7"/>
              </p:cNvCxnSpPr>
              <p:nvPr/>
            </p:nvCxnSpPr>
            <p:spPr bwMode="auto">
              <a:xfrm flipH="1">
                <a:off x="828" y="2482"/>
                <a:ext cx="118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4372" name="Text Box 55">
                <a:extLst>
                  <a:ext uri="{FF2B5EF4-FFF2-40B4-BE49-F238E27FC236}">
                    <a16:creationId xmlns:a16="http://schemas.microsoft.com/office/drawing/2014/main" id="{88454177-15D1-1440-A04B-BE8AD565A6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1" y="2901"/>
                <a:ext cx="144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14359" name="Group 56">
              <a:extLst>
                <a:ext uri="{FF2B5EF4-FFF2-40B4-BE49-F238E27FC236}">
                  <a16:creationId xmlns:a16="http://schemas.microsoft.com/office/drawing/2014/main" id="{7DBD010E-7F5A-A84B-B13F-3026B482CE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21" y="3339"/>
              <a:ext cx="371" cy="611"/>
              <a:chOff x="4688" y="3272"/>
              <a:chExt cx="371" cy="611"/>
            </a:xfrm>
          </p:grpSpPr>
          <p:sp>
            <p:nvSpPr>
              <p:cNvPr id="14367" name="Oval 57">
                <a:extLst>
                  <a:ext uri="{FF2B5EF4-FFF2-40B4-BE49-F238E27FC236}">
                    <a16:creationId xmlns:a16="http://schemas.microsoft.com/office/drawing/2014/main" id="{9EE770BD-8225-FC41-9ECC-D49259C4CB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9" y="3403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25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cxnSp>
            <p:nvCxnSpPr>
              <p:cNvPr id="14368" name="AutoShape 58">
                <a:extLst>
                  <a:ext uri="{FF2B5EF4-FFF2-40B4-BE49-F238E27FC236}">
                    <a16:creationId xmlns:a16="http://schemas.microsoft.com/office/drawing/2014/main" id="{7F933D2B-B6C7-2F45-BD1F-BB001FC80676}"/>
                  </a:ext>
                </a:extLst>
              </p:cNvPr>
              <p:cNvCxnSpPr>
                <a:cxnSpLocks noChangeShapeType="1"/>
                <a:endCxn id="14367" idx="1"/>
              </p:cNvCxnSpPr>
              <p:nvPr/>
            </p:nvCxnSpPr>
            <p:spPr bwMode="auto">
              <a:xfrm>
                <a:off x="4688" y="3272"/>
                <a:ext cx="166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4369" name="Text Box 59">
                <a:extLst>
                  <a:ext uri="{FF2B5EF4-FFF2-40B4-BE49-F238E27FC236}">
                    <a16:creationId xmlns:a16="http://schemas.microsoft.com/office/drawing/2014/main" id="{22870902-B671-1D44-B727-BA44AE5E9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7" y="3710"/>
                <a:ext cx="144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14360" name="Group 60">
              <a:extLst>
                <a:ext uri="{FF2B5EF4-FFF2-40B4-BE49-F238E27FC236}">
                  <a16:creationId xmlns:a16="http://schemas.microsoft.com/office/drawing/2014/main" id="{EDEE7352-C581-2C48-95F7-45C7A17C90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10" y="2840"/>
              <a:ext cx="272" cy="490"/>
              <a:chOff x="1202" y="2523"/>
              <a:chExt cx="272" cy="490"/>
            </a:xfrm>
          </p:grpSpPr>
          <p:sp>
            <p:nvSpPr>
              <p:cNvPr id="14365" name="Oval 61">
                <a:extLst>
                  <a:ext uri="{FF2B5EF4-FFF2-40B4-BE49-F238E27FC236}">
                    <a16:creationId xmlns:a16="http://schemas.microsoft.com/office/drawing/2014/main" id="{D3E36C01-E729-F445-B0A5-593B9567FA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8" y="2523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12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4366" name="Text Box 62">
                <a:extLst>
                  <a:ext uri="{FF2B5EF4-FFF2-40B4-BE49-F238E27FC236}">
                    <a16:creationId xmlns:a16="http://schemas.microsoft.com/office/drawing/2014/main" id="{7B24D1A8-6FA2-004C-93E5-E522C53E14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2" y="2840"/>
                <a:ext cx="272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14361" name="Group 63">
              <a:extLst>
                <a:ext uri="{FF2B5EF4-FFF2-40B4-BE49-F238E27FC236}">
                  <a16:creationId xmlns:a16="http://schemas.microsoft.com/office/drawing/2014/main" id="{76C44D24-BA5A-D942-97B4-4BEC308250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8" y="3045"/>
              <a:ext cx="323" cy="603"/>
              <a:chOff x="930" y="2728"/>
              <a:chExt cx="323" cy="603"/>
            </a:xfrm>
          </p:grpSpPr>
          <p:sp>
            <p:nvSpPr>
              <p:cNvPr id="14362" name="Oval 64">
                <a:extLst>
                  <a:ext uri="{FF2B5EF4-FFF2-40B4-BE49-F238E27FC236}">
                    <a16:creationId xmlns:a16="http://schemas.microsoft.com/office/drawing/2014/main" id="{D06A46EC-7AF9-E34A-BD36-D574D45B7F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2859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9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cxnSp>
            <p:nvCxnSpPr>
              <p:cNvPr id="14363" name="AutoShape 65">
                <a:extLst>
                  <a:ext uri="{FF2B5EF4-FFF2-40B4-BE49-F238E27FC236}">
                    <a16:creationId xmlns:a16="http://schemas.microsoft.com/office/drawing/2014/main" id="{98CD7296-1D63-7D4A-A9FD-6460641CA382}"/>
                  </a:ext>
                </a:extLst>
              </p:cNvPr>
              <p:cNvCxnSpPr>
                <a:cxnSpLocks noChangeShapeType="1"/>
                <a:stCxn id="14365" idx="3"/>
                <a:endCxn id="14362" idx="7"/>
              </p:cNvCxnSpPr>
              <p:nvPr/>
            </p:nvCxnSpPr>
            <p:spPr bwMode="auto">
              <a:xfrm flipH="1">
                <a:off x="1135" y="2728"/>
                <a:ext cx="118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4364" name="Text Box 66">
                <a:extLst>
                  <a:ext uri="{FF2B5EF4-FFF2-40B4-BE49-F238E27FC236}">
                    <a16:creationId xmlns:a16="http://schemas.microsoft.com/office/drawing/2014/main" id="{D6565BFA-F083-3740-95EB-C49818F773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5" y="3158"/>
                <a:ext cx="227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-1</a:t>
                </a:r>
              </a:p>
            </p:txBody>
          </p:sp>
        </p:grpSp>
      </p:grpSp>
      <p:sp>
        <p:nvSpPr>
          <p:cNvPr id="149572" name="AutoShape 68">
            <a:extLst>
              <a:ext uri="{FF2B5EF4-FFF2-40B4-BE49-F238E27FC236}">
                <a16:creationId xmlns:a16="http://schemas.microsoft.com/office/drawing/2014/main" id="{057AF319-8CB1-904C-A6AD-A843D5B94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4149725"/>
            <a:ext cx="1116012" cy="936625"/>
          </a:xfrm>
          <a:prstGeom prst="cloudCallout">
            <a:avLst>
              <a:gd name="adj1" fmla="val 82148"/>
              <a:gd name="adj2" fmla="val 7120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C" sz="1800">
                <a:solidFill>
                  <a:schemeClr val="tx1"/>
                </a:solidFill>
                <a:latin typeface="Tahoma" panose="020B0604030504040204" pitchFamily="34" charset="0"/>
              </a:rPr>
              <a:t>¿y el 17?</a:t>
            </a:r>
            <a:endParaRPr lang="es-EC" altLang="es-EC" sz="18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149573" name="Group 69">
            <a:extLst>
              <a:ext uri="{FF2B5EF4-FFF2-40B4-BE49-F238E27FC236}">
                <a16:creationId xmlns:a16="http://schemas.microsoft.com/office/drawing/2014/main" id="{4FF384CB-EE34-854D-9F03-865B75B4FD8D}"/>
              </a:ext>
            </a:extLst>
          </p:cNvPr>
          <p:cNvGrpSpPr>
            <a:grpSpLocks/>
          </p:cNvGrpSpPr>
          <p:nvPr/>
        </p:nvGrpSpPr>
        <p:grpSpPr bwMode="auto">
          <a:xfrm>
            <a:off x="7019925" y="5300663"/>
            <a:ext cx="512763" cy="939800"/>
            <a:chOff x="476" y="3067"/>
            <a:chExt cx="323" cy="592"/>
          </a:xfrm>
        </p:grpSpPr>
        <p:sp>
          <p:nvSpPr>
            <p:cNvPr id="14354" name="Oval 70">
              <a:extLst>
                <a:ext uri="{FF2B5EF4-FFF2-40B4-BE49-F238E27FC236}">
                  <a16:creationId xmlns:a16="http://schemas.microsoft.com/office/drawing/2014/main" id="{71DBE4B5-9F7A-AF49-A2FA-268AE7A10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198"/>
              <a:ext cx="240" cy="24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800">
                  <a:solidFill>
                    <a:schemeClr val="tx1"/>
                  </a:solidFill>
                  <a:latin typeface="Tahoma" panose="020B0604030504040204" pitchFamily="34" charset="0"/>
                </a:rPr>
                <a:t>17</a:t>
              </a:r>
              <a:endParaRPr lang="es-EC" altLang="es-EC" sz="180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cxnSp>
          <p:nvCxnSpPr>
            <p:cNvPr id="14355" name="AutoShape 71">
              <a:extLst>
                <a:ext uri="{FF2B5EF4-FFF2-40B4-BE49-F238E27FC236}">
                  <a16:creationId xmlns:a16="http://schemas.microsoft.com/office/drawing/2014/main" id="{47F94A78-8733-5A45-B1E4-57F2918CCFBE}"/>
                </a:ext>
              </a:extLst>
            </p:cNvPr>
            <p:cNvCxnSpPr>
              <a:cxnSpLocks noChangeShapeType="1"/>
              <a:endCxn id="14354" idx="7"/>
            </p:cNvCxnSpPr>
            <p:nvPr/>
          </p:nvCxnSpPr>
          <p:spPr bwMode="auto">
            <a:xfrm flipH="1">
              <a:off x="681" y="3067"/>
              <a:ext cx="118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356" name="Text Box 72">
              <a:extLst>
                <a:ext uri="{FF2B5EF4-FFF2-40B4-BE49-F238E27FC236}">
                  <a16:creationId xmlns:a16="http://schemas.microsoft.com/office/drawing/2014/main" id="{DBD45319-21F4-144A-A9C1-852C0B8849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" y="3486"/>
              <a:ext cx="14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sp>
        <p:nvSpPr>
          <p:cNvPr id="149577" name="AutoShape 73">
            <a:extLst>
              <a:ext uri="{FF2B5EF4-FFF2-40B4-BE49-F238E27FC236}">
                <a16:creationId xmlns:a16="http://schemas.microsoft.com/office/drawing/2014/main" id="{067E2490-FCBE-DF44-8BD2-9B6B01F9B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2708275"/>
            <a:ext cx="1871663" cy="1511300"/>
          </a:xfrm>
          <a:prstGeom prst="cloudCallout">
            <a:avLst>
              <a:gd name="adj1" fmla="val -41347"/>
              <a:gd name="adj2" fmla="val 67856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Los f.e. de n y n1, quedaron 0</a:t>
            </a:r>
            <a:endParaRPr lang="es-EC" altLang="es-EC" sz="16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95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95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95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9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95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9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149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9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9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9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9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9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9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953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95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953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95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953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95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953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953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9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9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9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95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95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95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95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95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95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95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95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49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49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49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49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49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49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49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900" decel="100000" fill="hold"/>
                                        <p:tgtEl>
                                          <p:spTgt spid="149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9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49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49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49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900" decel="100000" fill="hold"/>
                                        <p:tgtEl>
                                          <p:spTgt spid="149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9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49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49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49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49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149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49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14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49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49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495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495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7" grpId="0" build="p"/>
      <p:bldP spid="149538" grpId="0" animBg="1"/>
      <p:bldP spid="149539" grpId="0" animBg="1"/>
      <p:bldP spid="149540" grpId="0" animBg="1"/>
      <p:bldP spid="149542" grpId="0"/>
      <p:bldP spid="149549" grpId="0" animBg="1"/>
      <p:bldP spid="149550" grpId="0" animBg="1"/>
      <p:bldP spid="149572" grpId="0" animBg="1"/>
      <p:bldP spid="14957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F48EA8FD-DE0A-2740-88BF-09467CD342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C" sz="4400"/>
              <a:t>ROTACION II: IMPLEMENTACION</a:t>
            </a:r>
            <a:endParaRPr lang="es-EC" altLang="es-EC" sz="4400"/>
          </a:p>
        </p:txBody>
      </p:sp>
      <p:sp>
        <p:nvSpPr>
          <p:cNvPr id="15362" name="Rectangle 5">
            <a:extLst>
              <a:ext uri="{FF2B5EF4-FFF2-40B4-BE49-F238E27FC236}">
                <a16:creationId xmlns:a16="http://schemas.microsoft.com/office/drawing/2014/main" id="{A346E956-4375-7A42-9F38-43FB94FF3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178050"/>
            <a:ext cx="6408737" cy="360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Node </a:t>
            </a:r>
            <a:r>
              <a:rPr lang="en-US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rotacionII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(Node x) {</a:t>
            </a: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        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Node y = </a:t>
            </a:r>
            <a:r>
              <a:rPr lang="en-US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x.right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        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Node T2 = </a:t>
            </a:r>
            <a:r>
              <a:rPr lang="en-US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y.left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        </a:t>
            </a:r>
            <a:r>
              <a:rPr lang="en-US" altLang="en-US" sz="16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en-US" altLang="en-US" sz="1600" dirty="0" err="1">
                <a:solidFill>
                  <a:srgbClr val="008200"/>
                </a:solidFill>
                <a:latin typeface="Consolas" panose="020B0609020204030204" pitchFamily="49" charset="0"/>
              </a:rPr>
              <a:t>Hacer</a:t>
            </a:r>
            <a:r>
              <a:rPr lang="en-US" altLang="en-US" sz="1600" dirty="0">
                <a:solidFill>
                  <a:srgbClr val="0082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err="1">
                <a:solidFill>
                  <a:srgbClr val="008200"/>
                </a:solidFill>
                <a:latin typeface="Consolas" panose="020B0609020204030204" pitchFamily="49" charset="0"/>
              </a:rPr>
              <a:t>rotaci</a:t>
            </a:r>
            <a:r>
              <a:rPr lang="es-MX" altLang="en-US" sz="1600" dirty="0">
                <a:solidFill>
                  <a:srgbClr val="008200"/>
                </a:solidFill>
                <a:latin typeface="Consolas" panose="020B0609020204030204" pitchFamily="49" charset="0"/>
              </a:rPr>
              <a:t>ón</a:t>
            </a: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        </a:t>
            </a:r>
            <a:r>
              <a:rPr lang="en-US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y.left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x;</a:t>
            </a: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        </a:t>
            </a:r>
            <a:r>
              <a:rPr lang="en-US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x.right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T2;</a:t>
            </a: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        </a:t>
            </a:r>
            <a:r>
              <a:rPr lang="en-US" altLang="en-US" sz="1600" dirty="0">
                <a:solidFill>
                  <a:srgbClr val="008200"/>
                </a:solidFill>
                <a:latin typeface="Consolas" panose="020B0609020204030204" pitchFamily="49" charset="0"/>
              </a:rPr>
              <a:t>//</a:t>
            </a:r>
            <a:r>
              <a:rPr lang="en-US" altLang="en-US" sz="1600" dirty="0">
                <a:solidFill>
                  <a:srgbClr val="008200"/>
                </a:solidFill>
                <a:latin typeface="Arial" panose="020B0604020202020204" pitchFamily="34" charset="0"/>
              </a:rPr>
              <a:t> </a:t>
            </a:r>
            <a:r>
              <a:rPr lang="en-US" altLang="en-US" sz="1600" dirty="0">
                <a:solidFill>
                  <a:srgbClr val="0082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err="1">
                <a:solidFill>
                  <a:srgbClr val="008200"/>
                </a:solidFill>
                <a:latin typeface="Consolas" panose="020B0609020204030204" pitchFamily="49" charset="0"/>
              </a:rPr>
              <a:t>Actualizar</a:t>
            </a:r>
            <a:r>
              <a:rPr lang="en-US" altLang="en-US" sz="1600" dirty="0">
                <a:solidFill>
                  <a:srgbClr val="008200"/>
                </a:solidFill>
                <a:latin typeface="Consolas" panose="020B0609020204030204" pitchFamily="49" charset="0"/>
              </a:rPr>
              <a:t> las </a:t>
            </a:r>
            <a:r>
              <a:rPr lang="en-US" altLang="en-US" sz="1600" dirty="0" err="1">
                <a:solidFill>
                  <a:srgbClr val="008200"/>
                </a:solidFill>
                <a:latin typeface="Consolas" panose="020B0609020204030204" pitchFamily="49" charset="0"/>
              </a:rPr>
              <a:t>alturas</a:t>
            </a: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        </a:t>
            </a:r>
            <a:r>
              <a:rPr lang="en-US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x.height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max(height(</a:t>
            </a:r>
            <a:r>
              <a:rPr lang="en-US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x.left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), height(</a:t>
            </a:r>
            <a:r>
              <a:rPr lang="en-US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x.right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 + </a:t>
            </a:r>
            <a:r>
              <a:rPr lang="en-US" altLang="en-US" sz="1600" dirty="0">
                <a:solidFill>
                  <a:srgbClr val="009900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        </a:t>
            </a:r>
            <a:r>
              <a:rPr lang="en-US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y.height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max(height(</a:t>
            </a:r>
            <a:r>
              <a:rPr lang="en-US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y.left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), height(</a:t>
            </a:r>
            <a:r>
              <a:rPr lang="en-US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y.right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 + </a:t>
            </a:r>
            <a:r>
              <a:rPr lang="en-US" altLang="en-US" sz="1600" dirty="0">
                <a:solidFill>
                  <a:srgbClr val="009900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        </a:t>
            </a:r>
            <a:r>
              <a:rPr lang="en-US" altLang="en-US" sz="16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en-US" altLang="en-US" sz="1600" dirty="0" err="1">
                <a:solidFill>
                  <a:srgbClr val="008200"/>
                </a:solidFill>
                <a:latin typeface="Consolas" panose="020B0609020204030204" pitchFamily="49" charset="0"/>
              </a:rPr>
              <a:t>Retornar</a:t>
            </a:r>
            <a:r>
              <a:rPr lang="en-US" altLang="en-US" sz="1600" dirty="0">
                <a:solidFill>
                  <a:srgbClr val="008200"/>
                </a:solidFill>
                <a:latin typeface="Consolas" panose="020B0609020204030204" pitchFamily="49" charset="0"/>
              </a:rPr>
              <a:t> el root</a:t>
            </a: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        </a:t>
            </a:r>
            <a:r>
              <a:rPr lang="en-US" altLang="en-US" sz="1600" b="1" dirty="0">
                <a:solidFill>
                  <a:srgbClr val="006699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y;</a:t>
            </a: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solidFill>
                  <a:srgbClr val="000000"/>
                </a:solidFill>
                <a:latin typeface="Arial" panose="020B0604020202020204" pitchFamily="34" charset="0"/>
              </a:rPr>
              <a:t>    </a:t>
            </a:r>
            <a:r>
              <a:rPr lang="en-US" alt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4EE6AD96-06E2-844C-AB11-62E5F434F8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C"/>
              <a:t>ROTACION DD</a:t>
            </a:r>
            <a:endParaRPr lang="es-EC" altLang="es-EC"/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112B7522-E74C-8D42-B5BD-151397659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" altLang="es-EC" sz="2400"/>
              <a:t>Similar a la rotacion II, pero el mayor peso cae sobre el arbol derecho</a:t>
            </a:r>
            <a:endParaRPr lang="es-EC" altLang="es-EC" sz="2400"/>
          </a:p>
        </p:txBody>
      </p:sp>
      <p:sp>
        <p:nvSpPr>
          <p:cNvPr id="151556" name="Text Box 4">
            <a:extLst>
              <a:ext uri="{FF2B5EF4-FFF2-40B4-BE49-F238E27FC236}">
                <a16:creationId xmlns:a16="http://schemas.microsoft.com/office/drawing/2014/main" id="{4E9D16AE-B7DC-4244-898C-F6291D1B0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0213" y="2776538"/>
            <a:ext cx="3581400" cy="158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/>
            <a:r>
              <a:rPr lang="es-ES" altLang="es-EC" sz="2000"/>
              <a:t>Si se detecta un f.e. 2, el daño viene por la derecha(positivo)</a:t>
            </a:r>
          </a:p>
          <a:p>
            <a:pPr eaLnBrk="1" hangingPunct="1"/>
            <a:r>
              <a:rPr lang="es-ES" altLang="es-EC" sz="2000"/>
              <a:t>Si el siguiente nodo tambien tiene un f.e. 1 , hay que rotar DD</a:t>
            </a:r>
          </a:p>
        </p:txBody>
      </p:sp>
      <p:sp>
        <p:nvSpPr>
          <p:cNvPr id="151568" name="Rectangle 16">
            <a:extLst>
              <a:ext uri="{FF2B5EF4-FFF2-40B4-BE49-F238E27FC236}">
                <a16:creationId xmlns:a16="http://schemas.microsoft.com/office/drawing/2014/main" id="{4CEAC55F-D87F-424D-9282-C29D467A6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852738"/>
            <a:ext cx="1981200" cy="2592387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EC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1569" name="Text Box 17">
            <a:extLst>
              <a:ext uri="{FF2B5EF4-FFF2-40B4-BE49-F238E27FC236}">
                <a16:creationId xmlns:a16="http://schemas.microsoft.com/office/drawing/2014/main" id="{551661AC-FE6E-4246-AE16-5FCF34278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661025"/>
            <a:ext cx="3200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800" b="1">
                <a:solidFill>
                  <a:schemeClr val="tx1"/>
                </a:solidFill>
                <a:latin typeface="Tahoma" panose="020B0604030504040204" pitchFamily="34" charset="0"/>
              </a:rPr>
              <a:t>ALERTA, F.E. FUERA DE RANGO !!!</a:t>
            </a:r>
          </a:p>
        </p:txBody>
      </p:sp>
      <p:grpSp>
        <p:nvGrpSpPr>
          <p:cNvPr id="151615" name="Group 63">
            <a:extLst>
              <a:ext uri="{FF2B5EF4-FFF2-40B4-BE49-F238E27FC236}">
                <a16:creationId xmlns:a16="http://schemas.microsoft.com/office/drawing/2014/main" id="{BB83A0F3-EB3B-1C4C-8C87-E7E0878A64A9}"/>
              </a:ext>
            </a:extLst>
          </p:cNvPr>
          <p:cNvGrpSpPr>
            <a:grpSpLocks/>
          </p:cNvGrpSpPr>
          <p:nvPr/>
        </p:nvGrpSpPr>
        <p:grpSpPr bwMode="auto">
          <a:xfrm>
            <a:off x="6659563" y="4797425"/>
            <a:ext cx="1371600" cy="1295400"/>
            <a:chOff x="4195" y="3067"/>
            <a:chExt cx="864" cy="816"/>
          </a:xfrm>
        </p:grpSpPr>
        <p:cxnSp>
          <p:nvCxnSpPr>
            <p:cNvPr id="16415" name="AutoShape 25">
              <a:extLst>
                <a:ext uri="{FF2B5EF4-FFF2-40B4-BE49-F238E27FC236}">
                  <a16:creationId xmlns:a16="http://schemas.microsoft.com/office/drawing/2014/main" id="{E02D2788-CC6B-BE48-8292-56230665C10E}"/>
                </a:ext>
              </a:extLst>
            </p:cNvPr>
            <p:cNvCxnSpPr>
              <a:cxnSpLocks noChangeShapeType="1"/>
              <a:stCxn id="16423" idx="5"/>
              <a:endCxn id="16417" idx="1"/>
            </p:cNvCxnSpPr>
            <p:nvPr/>
          </p:nvCxnSpPr>
          <p:spPr bwMode="auto">
            <a:xfrm>
              <a:off x="4688" y="3272"/>
              <a:ext cx="166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16416" name="Group 62">
              <a:extLst>
                <a:ext uri="{FF2B5EF4-FFF2-40B4-BE49-F238E27FC236}">
                  <a16:creationId xmlns:a16="http://schemas.microsoft.com/office/drawing/2014/main" id="{CD2FCABC-6753-0241-9636-C05DDD9516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5" y="3067"/>
              <a:ext cx="864" cy="816"/>
              <a:chOff x="4195" y="3067"/>
              <a:chExt cx="864" cy="816"/>
            </a:xfrm>
          </p:grpSpPr>
          <p:sp>
            <p:nvSpPr>
              <p:cNvPr id="16417" name="Oval 24">
                <a:extLst>
                  <a:ext uri="{FF2B5EF4-FFF2-40B4-BE49-F238E27FC236}">
                    <a16:creationId xmlns:a16="http://schemas.microsoft.com/office/drawing/2014/main" id="{69A07587-FBDB-CC4E-8D46-2E768AF6D0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9" y="3403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30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grpSp>
            <p:nvGrpSpPr>
              <p:cNvPr id="16418" name="Group 60">
                <a:extLst>
                  <a:ext uri="{FF2B5EF4-FFF2-40B4-BE49-F238E27FC236}">
                    <a16:creationId xmlns:a16="http://schemas.microsoft.com/office/drawing/2014/main" id="{31AB7D32-96F7-374C-8C65-CB78F22E46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95" y="3067"/>
                <a:ext cx="816" cy="816"/>
                <a:chOff x="4195" y="3067"/>
                <a:chExt cx="816" cy="816"/>
              </a:xfrm>
            </p:grpSpPr>
            <p:grpSp>
              <p:nvGrpSpPr>
                <p:cNvPr id="16419" name="Group 18">
                  <a:extLst>
                    <a:ext uri="{FF2B5EF4-FFF2-40B4-BE49-F238E27FC236}">
                      <a16:creationId xmlns:a16="http://schemas.microsoft.com/office/drawing/2014/main" id="{61808728-635A-B842-B24A-396D14B81F8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95" y="3067"/>
                  <a:ext cx="528" cy="576"/>
                  <a:chOff x="864" y="1872"/>
                  <a:chExt cx="528" cy="576"/>
                </a:xfrm>
              </p:grpSpPr>
              <p:sp>
                <p:nvSpPr>
                  <p:cNvPr id="16423" name="Oval 19">
                    <a:extLst>
                      <a:ext uri="{FF2B5EF4-FFF2-40B4-BE49-F238E27FC236}">
                        <a16:creationId xmlns:a16="http://schemas.microsoft.com/office/drawing/2014/main" id="{88F7170C-FE76-8840-A386-A55F36211B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52" y="187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itchFamily="2" charset="2"/>
                      <a:buChar char=""/>
                      <a:defRPr sz="32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66FF"/>
                      </a:buClr>
                      <a:buSzPct val="80000"/>
                      <a:buFont typeface="Wingdings" pitchFamily="2" charset="2"/>
                      <a:buChar char=""/>
                      <a:defRPr sz="28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"/>
                      <a:defRPr sz="24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CCFF"/>
                      </a:buClr>
                      <a:buSzPct val="80000"/>
                      <a:buFont typeface="Wingdings" pitchFamily="2" charset="2"/>
                      <a:buChar char=""/>
                      <a:defRPr sz="20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s-ES" altLang="es-EC" sz="1600">
                        <a:solidFill>
                          <a:schemeClr val="tx1"/>
                        </a:solidFill>
                        <a:latin typeface="Tahoma" panose="020B0604030504040204" pitchFamily="34" charset="0"/>
                      </a:rPr>
                      <a:t>25</a:t>
                    </a:r>
                    <a:endParaRPr lang="es-EC" altLang="es-EC" sz="1600">
                      <a:solidFill>
                        <a:schemeClr val="tx1"/>
                      </a:solidFill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16424" name="Oval 20">
                    <a:extLst>
                      <a:ext uri="{FF2B5EF4-FFF2-40B4-BE49-F238E27FC236}">
                        <a16:creationId xmlns:a16="http://schemas.microsoft.com/office/drawing/2014/main" id="{6705E371-9EE1-3844-BEE1-CA999B5160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64" y="2208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itchFamily="2" charset="2"/>
                      <a:buChar char=""/>
                      <a:defRPr sz="32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66FF"/>
                      </a:buClr>
                      <a:buSzPct val="80000"/>
                      <a:buFont typeface="Wingdings" pitchFamily="2" charset="2"/>
                      <a:buChar char=""/>
                      <a:defRPr sz="28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"/>
                      <a:defRPr sz="24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CCFF"/>
                      </a:buClr>
                      <a:buSzPct val="80000"/>
                      <a:buFont typeface="Wingdings" pitchFamily="2" charset="2"/>
                      <a:buChar char=""/>
                      <a:defRPr sz="20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s-ES" altLang="es-EC" sz="1800">
                        <a:solidFill>
                          <a:schemeClr val="tx1"/>
                        </a:solidFill>
                        <a:latin typeface="Tahoma" panose="020B0604030504040204" pitchFamily="34" charset="0"/>
                      </a:rPr>
                      <a:t>18</a:t>
                    </a:r>
                    <a:endParaRPr lang="es-EC" altLang="es-EC" sz="1800">
                      <a:solidFill>
                        <a:schemeClr val="tx1"/>
                      </a:solidFill>
                      <a:latin typeface="Tahoma" panose="020B0604030504040204" pitchFamily="34" charset="0"/>
                    </a:endParaRPr>
                  </a:p>
                </p:txBody>
              </p:sp>
              <p:cxnSp>
                <p:nvCxnSpPr>
                  <p:cNvPr id="16425" name="AutoShape 21">
                    <a:extLst>
                      <a:ext uri="{FF2B5EF4-FFF2-40B4-BE49-F238E27FC236}">
                        <a16:creationId xmlns:a16="http://schemas.microsoft.com/office/drawing/2014/main" id="{48C0BBBA-A6A0-ED40-BA78-7AEFB67C6648}"/>
                      </a:ext>
                    </a:extLst>
                  </p:cNvPr>
                  <p:cNvCxnSpPr>
                    <a:cxnSpLocks noChangeShapeType="1"/>
                    <a:stCxn id="16423" idx="3"/>
                    <a:endCxn id="16424" idx="7"/>
                  </p:cNvCxnSpPr>
                  <p:nvPr/>
                </p:nvCxnSpPr>
                <p:spPr bwMode="auto">
                  <a:xfrm flipH="1">
                    <a:off x="1069" y="2077"/>
                    <a:ext cx="118" cy="166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sp>
              <p:nvSpPr>
                <p:cNvPr id="16420" name="Text Box 22">
                  <a:extLst>
                    <a:ext uri="{FF2B5EF4-FFF2-40B4-BE49-F238E27FC236}">
                      <a16:creationId xmlns:a16="http://schemas.microsoft.com/office/drawing/2014/main" id="{D6EF56ED-2166-DA4B-B1C3-C2FF4D1612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95" y="3691"/>
                  <a:ext cx="144" cy="17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s-ES" altLang="es-EC" sz="12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0</a:t>
                  </a:r>
                </a:p>
              </p:txBody>
            </p:sp>
            <p:sp>
              <p:nvSpPr>
                <p:cNvPr id="16421" name="Text Box 26">
                  <a:extLst>
                    <a:ext uri="{FF2B5EF4-FFF2-40B4-BE49-F238E27FC236}">
                      <a16:creationId xmlns:a16="http://schemas.microsoft.com/office/drawing/2014/main" id="{DE4AC63A-FF90-4949-8C2B-660B11FC5DB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67" y="3710"/>
                  <a:ext cx="144" cy="17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s-ES" altLang="es-EC" sz="12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0</a:t>
                  </a:r>
                </a:p>
              </p:txBody>
            </p:sp>
            <p:sp>
              <p:nvSpPr>
                <p:cNvPr id="16422" name="Text Box 27">
                  <a:extLst>
                    <a:ext uri="{FF2B5EF4-FFF2-40B4-BE49-F238E27FC236}">
                      <a16:creationId xmlns:a16="http://schemas.microsoft.com/office/drawing/2014/main" id="{2184B4F1-11E1-9E40-BD40-3674A2270D1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31" y="3355"/>
                  <a:ext cx="240" cy="17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s-ES" altLang="es-EC" sz="12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0</a:t>
                  </a:r>
                </a:p>
              </p:txBody>
            </p:sp>
          </p:grpSp>
        </p:grpSp>
      </p:grpSp>
      <p:sp>
        <p:nvSpPr>
          <p:cNvPr id="151580" name="AutoShape 28">
            <a:extLst>
              <a:ext uri="{FF2B5EF4-FFF2-40B4-BE49-F238E27FC236}">
                <a16:creationId xmlns:a16="http://schemas.microsoft.com/office/drawing/2014/main" id="{E8AF2D43-FE08-294E-976A-A782889F7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4941888"/>
            <a:ext cx="2160588" cy="720725"/>
          </a:xfrm>
          <a:prstGeom prst="rightArrow">
            <a:avLst>
              <a:gd name="adj1" fmla="val 50000"/>
              <a:gd name="adj2" fmla="val 74945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C" sz="2400">
                <a:solidFill>
                  <a:schemeClr val="tx1"/>
                </a:solidFill>
                <a:latin typeface="Tahoma" panose="020B0604030504040204" pitchFamily="34" charset="0"/>
              </a:rPr>
              <a:t>Al rotar</a:t>
            </a:r>
            <a:endParaRPr lang="es-EC" altLang="es-EC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51581" name="Rectangle 29">
            <a:extLst>
              <a:ext uri="{FF2B5EF4-FFF2-40B4-BE49-F238E27FC236}">
                <a16:creationId xmlns:a16="http://schemas.microsoft.com/office/drawing/2014/main" id="{AA0034BC-CF46-5043-B7E0-C58FACCCB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4581525"/>
            <a:ext cx="1800225" cy="17875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EC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1588" name="AutoShape 36">
            <a:extLst>
              <a:ext uri="{FF2B5EF4-FFF2-40B4-BE49-F238E27FC236}">
                <a16:creationId xmlns:a16="http://schemas.microsoft.com/office/drawing/2014/main" id="{75985A36-9900-6E40-8005-E421F3C7F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2708275"/>
            <a:ext cx="1871662" cy="1511300"/>
          </a:xfrm>
          <a:prstGeom prst="cloudCallout">
            <a:avLst>
              <a:gd name="adj1" fmla="val -24468"/>
              <a:gd name="adj2" fmla="val 92963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Los f.e. de n y n1, quedaron 0</a:t>
            </a:r>
            <a:endParaRPr lang="es-EC" altLang="es-EC" sz="16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151613" name="Group 61">
            <a:extLst>
              <a:ext uri="{FF2B5EF4-FFF2-40B4-BE49-F238E27FC236}">
                <a16:creationId xmlns:a16="http://schemas.microsoft.com/office/drawing/2014/main" id="{5465EBC8-01C0-AF4A-B5E9-F333D4CA6D21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3213100"/>
            <a:ext cx="936625" cy="1354138"/>
            <a:chOff x="612" y="2024"/>
            <a:chExt cx="590" cy="853"/>
          </a:xfrm>
        </p:grpSpPr>
        <p:grpSp>
          <p:nvGrpSpPr>
            <p:cNvPr id="16407" name="Group 56">
              <a:extLst>
                <a:ext uri="{FF2B5EF4-FFF2-40B4-BE49-F238E27FC236}">
                  <a16:creationId xmlns:a16="http://schemas.microsoft.com/office/drawing/2014/main" id="{2B44601C-4E29-6F4C-8649-F1D7202CF1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" y="2024"/>
              <a:ext cx="350" cy="445"/>
              <a:chOff x="612" y="2024"/>
              <a:chExt cx="350" cy="445"/>
            </a:xfrm>
          </p:grpSpPr>
          <p:sp>
            <p:nvSpPr>
              <p:cNvPr id="16413" name="Oval 37">
                <a:extLst>
                  <a:ext uri="{FF2B5EF4-FFF2-40B4-BE49-F238E27FC236}">
                    <a16:creationId xmlns:a16="http://schemas.microsoft.com/office/drawing/2014/main" id="{A2C6BC5D-072C-E14B-8FD6-791FF5EE24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2" y="202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18</a:t>
                </a:r>
              </a:p>
            </p:txBody>
          </p:sp>
          <p:sp>
            <p:nvSpPr>
              <p:cNvPr id="16414" name="Text Box 40">
                <a:extLst>
                  <a:ext uri="{FF2B5EF4-FFF2-40B4-BE49-F238E27FC236}">
                    <a16:creationId xmlns:a16="http://schemas.microsoft.com/office/drawing/2014/main" id="{E3D2D08A-0483-AF41-91B0-99CBA3506E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2296"/>
                <a:ext cx="240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 b="1">
                    <a:solidFill>
                      <a:schemeClr val="tx1"/>
                    </a:solidFill>
                    <a:latin typeface="Tahoma" panose="020B0604030504040204" pitchFamily="34" charset="0"/>
                  </a:rPr>
                  <a:t>1</a:t>
                </a:r>
              </a:p>
            </p:txBody>
          </p:sp>
        </p:grpSp>
        <p:grpSp>
          <p:nvGrpSpPr>
            <p:cNvPr id="16408" name="Group 58">
              <a:extLst>
                <a:ext uri="{FF2B5EF4-FFF2-40B4-BE49-F238E27FC236}">
                  <a16:creationId xmlns:a16="http://schemas.microsoft.com/office/drawing/2014/main" id="{EA979E1C-AA84-C646-A718-9212AEBA87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3" y="2229"/>
              <a:ext cx="409" cy="648"/>
              <a:chOff x="793" y="2229"/>
              <a:chExt cx="409" cy="648"/>
            </a:xfrm>
          </p:grpSpPr>
          <p:cxnSp>
            <p:nvCxnSpPr>
              <p:cNvPr id="16409" name="AutoShape 39">
                <a:extLst>
                  <a:ext uri="{FF2B5EF4-FFF2-40B4-BE49-F238E27FC236}">
                    <a16:creationId xmlns:a16="http://schemas.microsoft.com/office/drawing/2014/main" id="{6142EF25-8224-EA40-8213-2DDA2D9F0EB5}"/>
                  </a:ext>
                </a:extLst>
              </p:cNvPr>
              <p:cNvCxnSpPr>
                <a:cxnSpLocks noChangeShapeType="1"/>
                <a:stCxn id="16413" idx="5"/>
                <a:endCxn id="16411" idx="1"/>
              </p:cNvCxnSpPr>
              <p:nvPr/>
            </p:nvCxnSpPr>
            <p:spPr bwMode="auto">
              <a:xfrm>
                <a:off x="927" y="2229"/>
                <a:ext cx="70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16410" name="Group 57">
                <a:extLst>
                  <a:ext uri="{FF2B5EF4-FFF2-40B4-BE49-F238E27FC236}">
                    <a16:creationId xmlns:a16="http://schemas.microsoft.com/office/drawing/2014/main" id="{10A4C010-212A-4A47-8F1C-40D4064418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2456"/>
                <a:ext cx="409" cy="421"/>
                <a:chOff x="793" y="2456"/>
                <a:chExt cx="409" cy="421"/>
              </a:xfrm>
            </p:grpSpPr>
            <p:sp>
              <p:nvSpPr>
                <p:cNvPr id="16411" name="Oval 38">
                  <a:extLst>
                    <a:ext uri="{FF2B5EF4-FFF2-40B4-BE49-F238E27FC236}">
                      <a16:creationId xmlns:a16="http://schemas.microsoft.com/office/drawing/2014/main" id="{8CFCBDB5-3E96-7142-BC1D-CDF8D6F33D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2" y="2456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s-ES" altLang="es-EC" sz="18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25</a:t>
                  </a:r>
                </a:p>
              </p:txBody>
            </p:sp>
            <p:sp>
              <p:nvSpPr>
                <p:cNvPr id="16412" name="Text Box 41">
                  <a:extLst>
                    <a:ext uri="{FF2B5EF4-FFF2-40B4-BE49-F238E27FC236}">
                      <a16:creationId xmlns:a16="http://schemas.microsoft.com/office/drawing/2014/main" id="{3CFCEA0F-34C4-3147-9446-877652A47F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93" y="2704"/>
                  <a:ext cx="240" cy="17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s-ES" altLang="es-EC" sz="1200" b="1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0</a:t>
                  </a:r>
                </a:p>
              </p:txBody>
            </p:sp>
          </p:grpSp>
        </p:grpSp>
      </p:grpSp>
      <p:grpSp>
        <p:nvGrpSpPr>
          <p:cNvPr id="151611" name="Group 59">
            <a:extLst>
              <a:ext uri="{FF2B5EF4-FFF2-40B4-BE49-F238E27FC236}">
                <a16:creationId xmlns:a16="http://schemas.microsoft.com/office/drawing/2014/main" id="{5A039077-01CE-DB4C-A7B0-4B1C2B978765}"/>
              </a:ext>
            </a:extLst>
          </p:cNvPr>
          <p:cNvGrpSpPr>
            <a:grpSpLocks/>
          </p:cNvGrpSpPr>
          <p:nvPr/>
        </p:nvGrpSpPr>
        <p:grpSpPr bwMode="auto">
          <a:xfrm>
            <a:off x="1852613" y="4224338"/>
            <a:ext cx="436562" cy="1016000"/>
            <a:chOff x="1167" y="2661"/>
            <a:chExt cx="275" cy="640"/>
          </a:xfrm>
        </p:grpSpPr>
        <p:sp>
          <p:nvSpPr>
            <p:cNvPr id="16404" name="Oval 42">
              <a:extLst>
                <a:ext uri="{FF2B5EF4-FFF2-40B4-BE49-F238E27FC236}">
                  <a16:creationId xmlns:a16="http://schemas.microsoft.com/office/drawing/2014/main" id="{C0C78527-1994-AA49-B723-CBADDEFC7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2840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800">
                  <a:solidFill>
                    <a:schemeClr val="tx1"/>
                  </a:solidFill>
                  <a:latin typeface="Tahoma" panose="020B0604030504040204" pitchFamily="34" charset="0"/>
                </a:rPr>
                <a:t>30</a:t>
              </a:r>
            </a:p>
          </p:txBody>
        </p:sp>
        <p:sp>
          <p:nvSpPr>
            <p:cNvPr id="16405" name="Text Box 43">
              <a:extLst>
                <a:ext uri="{FF2B5EF4-FFF2-40B4-BE49-F238E27FC236}">
                  <a16:creationId xmlns:a16="http://schemas.microsoft.com/office/drawing/2014/main" id="{1643C3E7-6800-6645-A260-873C411789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2" y="3128"/>
              <a:ext cx="240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 b="1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cxnSp>
          <p:nvCxnSpPr>
            <p:cNvPr id="16406" name="AutoShape 44">
              <a:extLst>
                <a:ext uri="{FF2B5EF4-FFF2-40B4-BE49-F238E27FC236}">
                  <a16:creationId xmlns:a16="http://schemas.microsoft.com/office/drawing/2014/main" id="{13005BAA-4D49-C24F-90C1-B8ADCDFAB5E7}"/>
                </a:ext>
              </a:extLst>
            </p:cNvPr>
            <p:cNvCxnSpPr>
              <a:cxnSpLocks noChangeShapeType="1"/>
              <a:stCxn id="16411" idx="5"/>
              <a:endCxn id="16404" idx="1"/>
            </p:cNvCxnSpPr>
            <p:nvPr/>
          </p:nvCxnSpPr>
          <p:spPr bwMode="auto">
            <a:xfrm>
              <a:off x="1167" y="2661"/>
              <a:ext cx="70" cy="21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51597" name="Text Box 45">
            <a:extLst>
              <a:ext uri="{FF2B5EF4-FFF2-40B4-BE49-F238E27FC236}">
                <a16:creationId xmlns:a16="http://schemas.microsoft.com/office/drawing/2014/main" id="{8060E80F-4958-1246-AA42-B509E60A4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4365625"/>
            <a:ext cx="381000" cy="274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 b="1">
                <a:solidFill>
                  <a:schemeClr val="hlink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51598" name="Text Box 46">
            <a:extLst>
              <a:ext uri="{FF2B5EF4-FFF2-40B4-BE49-F238E27FC236}">
                <a16:creationId xmlns:a16="http://schemas.microsoft.com/office/drawing/2014/main" id="{C0DAED39-FFE5-8D4A-B986-FED09B29F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716338"/>
            <a:ext cx="381000" cy="274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 b="1">
                <a:solidFill>
                  <a:schemeClr val="hlink"/>
                </a:solidFill>
                <a:latin typeface="Tahoma" panose="020B0604030504040204" pitchFamily="34" charset="0"/>
              </a:rPr>
              <a:t>2</a:t>
            </a:r>
          </a:p>
        </p:txBody>
      </p:sp>
      <p:grpSp>
        <p:nvGrpSpPr>
          <p:cNvPr id="151602" name="Group 50">
            <a:extLst>
              <a:ext uri="{FF2B5EF4-FFF2-40B4-BE49-F238E27FC236}">
                <a16:creationId xmlns:a16="http://schemas.microsoft.com/office/drawing/2014/main" id="{1DFE7B7B-2C2D-B641-9890-C1B4C65FD38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476375" y="2924175"/>
            <a:ext cx="865188" cy="703263"/>
            <a:chOff x="521" y="2115"/>
            <a:chExt cx="408" cy="443"/>
          </a:xfrm>
        </p:grpSpPr>
        <p:sp>
          <p:nvSpPr>
            <p:cNvPr id="16402" name="Line 51">
              <a:extLst>
                <a:ext uri="{FF2B5EF4-FFF2-40B4-BE49-F238E27FC236}">
                  <a16:creationId xmlns:a16="http://schemas.microsoft.com/office/drawing/2014/main" id="{3AAFD2E8-E51F-FC46-8FA1-E93C9B65CF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2160"/>
              <a:ext cx="18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403" name="Text Box 52">
              <a:extLst>
                <a:ext uri="{FF2B5EF4-FFF2-40B4-BE49-F238E27FC236}">
                  <a16:creationId xmlns:a16="http://schemas.microsoft.com/office/drawing/2014/main" id="{FB743C10-A0FD-E44E-9FDF-ED2BA71F65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115"/>
              <a:ext cx="363" cy="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n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s-EC" altLang="es-EC" sz="1600" b="1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151605" name="Group 53">
            <a:extLst>
              <a:ext uri="{FF2B5EF4-FFF2-40B4-BE49-F238E27FC236}">
                <a16:creationId xmlns:a16="http://schemas.microsoft.com/office/drawing/2014/main" id="{655E6136-B113-5148-BB1D-BBE2CE04913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908175" y="3573463"/>
            <a:ext cx="865188" cy="703262"/>
            <a:chOff x="521" y="2115"/>
            <a:chExt cx="408" cy="443"/>
          </a:xfrm>
        </p:grpSpPr>
        <p:sp>
          <p:nvSpPr>
            <p:cNvPr id="16400" name="Line 54">
              <a:extLst>
                <a:ext uri="{FF2B5EF4-FFF2-40B4-BE49-F238E27FC236}">
                  <a16:creationId xmlns:a16="http://schemas.microsoft.com/office/drawing/2014/main" id="{D87547C2-0C37-764D-8746-0D5295FC07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2160"/>
              <a:ext cx="18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401" name="Text Box 55">
              <a:extLst>
                <a:ext uri="{FF2B5EF4-FFF2-40B4-BE49-F238E27FC236}">
                  <a16:creationId xmlns:a16="http://schemas.microsoft.com/office/drawing/2014/main" id="{B0F219DF-C1DE-1845-8BEE-58C429BAFA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115"/>
              <a:ext cx="363" cy="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n1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s-EC" altLang="es-EC" sz="1600" b="1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1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1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15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16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1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151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1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1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1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1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1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1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1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159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15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159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15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159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15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159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159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1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1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1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159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15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159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15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159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15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159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159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92" decel="100000"/>
                                        <p:tgtEl>
                                          <p:spTgt spid="1515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5" dur="192" decel="100000"/>
                                        <p:tgtEl>
                                          <p:spTgt spid="15156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76" dur="308" accel="100000" fill="hold">
                                          <p:stCondLst>
                                            <p:cond delay="192"/>
                                          </p:stCondLst>
                                        </p:cTn>
                                        <p:tgtEl>
                                          <p:spTgt spid="15156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77" dur="192" fill="hold"/>
                                        <p:tgtEl>
                                          <p:spTgt spid="151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78" dur="308" accel="100000" fill="hold">
                                          <p:stCondLst>
                                            <p:cond delay="192"/>
                                          </p:stCondLst>
                                        </p:cTn>
                                        <p:tgtEl>
                                          <p:spTgt spid="151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9" dur="192" fill="hold"/>
                                        <p:tgtEl>
                                          <p:spTgt spid="151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80" dur="308" accel="100000" fill="hold">
                                          <p:stCondLst>
                                            <p:cond delay="192"/>
                                          </p:stCondLst>
                                        </p:cTn>
                                        <p:tgtEl>
                                          <p:spTgt spid="151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51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51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51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1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515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900" decel="100000" fill="hold"/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5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1516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51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900" decel="100000" fill="hold"/>
                                        <p:tgtEl>
                                          <p:spTgt spid="151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1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51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51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515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51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51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51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51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51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build="p"/>
      <p:bldP spid="151556" grpId="0"/>
      <p:bldP spid="151568" grpId="0" animBg="1"/>
      <p:bldP spid="151569" grpId="0"/>
      <p:bldP spid="151580" grpId="0" animBg="1"/>
      <p:bldP spid="151581" grpId="0" animBg="1"/>
      <p:bldP spid="151588" grpId="0" animBg="1"/>
      <p:bldP spid="151597" grpId="0" animBg="1"/>
      <p:bldP spid="151598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1B574F8D-19BD-2E48-B62D-91DDEFB9A1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C"/>
              <a:t>TAREA PARA LA CASA</a:t>
            </a:r>
            <a:endParaRPr lang="es-EC" altLang="es-EC"/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042DBD32-DDE8-3241-97EC-7CF45A877E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" altLang="es-EC"/>
              <a:t>La rotacion DD tambien tiene un caso 2 parecido al de la II</a:t>
            </a:r>
          </a:p>
          <a:p>
            <a:pPr lvl="1" eaLnBrk="1" hangingPunct="1"/>
            <a:r>
              <a:rPr lang="es-ES" altLang="es-EC"/>
              <a:t>Establece el caso 2 de la rotacion DD</a:t>
            </a:r>
          </a:p>
          <a:p>
            <a:pPr lvl="1" eaLnBrk="1" hangingPunct="1"/>
            <a:r>
              <a:rPr lang="es-ES" altLang="es-EC"/>
              <a:t>Implemeta la RotacionDD</a:t>
            </a:r>
            <a:endParaRPr lang="es-EC" altLang="es-EC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CD1AA00E-FB2C-B145-AF2B-5C533FF1E1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C"/>
              <a:t>ROTACION ID</a:t>
            </a:r>
            <a:endParaRPr lang="es-EC" altLang="es-EC"/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7D541839-EB15-6449-B511-BAFA8FE6AD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" altLang="es-EC" sz="2400"/>
              <a:t>El peso del arbol cae mas a la izquierda, pero….</a:t>
            </a:r>
            <a:endParaRPr lang="es-EC" altLang="es-EC" sz="2400"/>
          </a:p>
        </p:txBody>
      </p:sp>
      <p:grpSp>
        <p:nvGrpSpPr>
          <p:cNvPr id="153667" name="Group 67">
            <a:extLst>
              <a:ext uri="{FF2B5EF4-FFF2-40B4-BE49-F238E27FC236}">
                <a16:creationId xmlns:a16="http://schemas.microsoft.com/office/drawing/2014/main" id="{6DA97242-A97C-D248-B8B4-9B2A28F07164}"/>
              </a:ext>
            </a:extLst>
          </p:cNvPr>
          <p:cNvGrpSpPr>
            <a:grpSpLocks/>
          </p:cNvGrpSpPr>
          <p:nvPr/>
        </p:nvGrpSpPr>
        <p:grpSpPr bwMode="auto">
          <a:xfrm>
            <a:off x="1800225" y="4437063"/>
            <a:ext cx="588963" cy="969962"/>
            <a:chOff x="1134" y="2795"/>
            <a:chExt cx="371" cy="611"/>
          </a:xfrm>
        </p:grpSpPr>
        <p:sp>
          <p:nvSpPr>
            <p:cNvPr id="18472" name="Oval 14">
              <a:extLst>
                <a:ext uri="{FF2B5EF4-FFF2-40B4-BE49-F238E27FC236}">
                  <a16:creationId xmlns:a16="http://schemas.microsoft.com/office/drawing/2014/main" id="{8728D15A-4480-D146-9DB1-3CD7351D7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5" y="2926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800">
                  <a:solidFill>
                    <a:schemeClr val="tx1"/>
                  </a:solidFill>
                  <a:latin typeface="Tahoma" panose="020B0604030504040204" pitchFamily="34" charset="0"/>
                </a:rPr>
                <a:t>17</a:t>
              </a:r>
              <a:endParaRPr lang="es-EC" altLang="es-EC" sz="180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cxnSp>
          <p:nvCxnSpPr>
            <p:cNvPr id="18473" name="AutoShape 15">
              <a:extLst>
                <a:ext uri="{FF2B5EF4-FFF2-40B4-BE49-F238E27FC236}">
                  <a16:creationId xmlns:a16="http://schemas.microsoft.com/office/drawing/2014/main" id="{E0835E44-B235-0A4E-A362-8F0ED1918A66}"/>
                </a:ext>
              </a:extLst>
            </p:cNvPr>
            <p:cNvCxnSpPr>
              <a:cxnSpLocks noChangeShapeType="1"/>
              <a:endCxn id="18472" idx="1"/>
            </p:cNvCxnSpPr>
            <p:nvPr/>
          </p:nvCxnSpPr>
          <p:spPr bwMode="auto">
            <a:xfrm>
              <a:off x="1134" y="2795"/>
              <a:ext cx="166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474" name="Text Box 16">
              <a:extLst>
                <a:ext uri="{FF2B5EF4-FFF2-40B4-BE49-F238E27FC236}">
                  <a16:creationId xmlns:a16="http://schemas.microsoft.com/office/drawing/2014/main" id="{27D7317B-5294-724F-A60A-59597AF9F5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3" y="3233"/>
              <a:ext cx="14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grpSp>
        <p:nvGrpSpPr>
          <p:cNvPr id="153676" name="Group 76">
            <a:extLst>
              <a:ext uri="{FF2B5EF4-FFF2-40B4-BE49-F238E27FC236}">
                <a16:creationId xmlns:a16="http://schemas.microsoft.com/office/drawing/2014/main" id="{ED6E0D41-F8D4-9346-8A4A-1A2AE11BD43C}"/>
              </a:ext>
            </a:extLst>
          </p:cNvPr>
          <p:cNvGrpSpPr>
            <a:grpSpLocks/>
          </p:cNvGrpSpPr>
          <p:nvPr/>
        </p:nvGrpSpPr>
        <p:grpSpPr bwMode="auto">
          <a:xfrm>
            <a:off x="1441450" y="3573463"/>
            <a:ext cx="863600" cy="1282700"/>
            <a:chOff x="908" y="2251"/>
            <a:chExt cx="544" cy="808"/>
          </a:xfrm>
        </p:grpSpPr>
        <p:grpSp>
          <p:nvGrpSpPr>
            <p:cNvPr id="18465" name="Group 17">
              <a:extLst>
                <a:ext uri="{FF2B5EF4-FFF2-40B4-BE49-F238E27FC236}">
                  <a16:creationId xmlns:a16="http://schemas.microsoft.com/office/drawing/2014/main" id="{0237F8D5-71CD-6C45-90A7-DEBCE56D4B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0" y="2251"/>
              <a:ext cx="272" cy="490"/>
              <a:chOff x="1202" y="2523"/>
              <a:chExt cx="272" cy="490"/>
            </a:xfrm>
          </p:grpSpPr>
          <p:sp>
            <p:nvSpPr>
              <p:cNvPr id="18470" name="Oval 18">
                <a:extLst>
                  <a:ext uri="{FF2B5EF4-FFF2-40B4-BE49-F238E27FC236}">
                    <a16:creationId xmlns:a16="http://schemas.microsoft.com/office/drawing/2014/main" id="{A0E5F22B-648E-6448-A72E-282B3C352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8" y="2523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18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8471" name="Text Box 19">
                <a:extLst>
                  <a:ext uri="{FF2B5EF4-FFF2-40B4-BE49-F238E27FC236}">
                    <a16:creationId xmlns:a16="http://schemas.microsoft.com/office/drawing/2014/main" id="{27EF9DD3-AC27-304C-97C3-EE2C410A19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2" y="2840"/>
                <a:ext cx="272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-1</a:t>
                </a:r>
              </a:p>
            </p:txBody>
          </p:sp>
        </p:grpSp>
        <p:grpSp>
          <p:nvGrpSpPr>
            <p:cNvPr id="18466" name="Group 20">
              <a:extLst>
                <a:ext uri="{FF2B5EF4-FFF2-40B4-BE49-F238E27FC236}">
                  <a16:creationId xmlns:a16="http://schemas.microsoft.com/office/drawing/2014/main" id="{8EB2364E-1E83-5A44-ACC9-5D801EBBD5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8" y="2456"/>
              <a:ext cx="323" cy="603"/>
              <a:chOff x="930" y="2728"/>
              <a:chExt cx="323" cy="603"/>
            </a:xfrm>
          </p:grpSpPr>
          <p:sp>
            <p:nvSpPr>
              <p:cNvPr id="18467" name="Oval 21">
                <a:extLst>
                  <a:ext uri="{FF2B5EF4-FFF2-40B4-BE49-F238E27FC236}">
                    <a16:creationId xmlns:a16="http://schemas.microsoft.com/office/drawing/2014/main" id="{9DFA2656-E4D3-6043-AFA2-072F31E5F3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2859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12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cxnSp>
            <p:nvCxnSpPr>
              <p:cNvPr id="18468" name="AutoShape 22">
                <a:extLst>
                  <a:ext uri="{FF2B5EF4-FFF2-40B4-BE49-F238E27FC236}">
                    <a16:creationId xmlns:a16="http://schemas.microsoft.com/office/drawing/2014/main" id="{FF2526F7-BDEB-D840-9496-6E4924B5C147}"/>
                  </a:ext>
                </a:extLst>
              </p:cNvPr>
              <p:cNvCxnSpPr>
                <a:cxnSpLocks noChangeShapeType="1"/>
                <a:stCxn id="18470" idx="3"/>
                <a:endCxn id="18467" idx="7"/>
              </p:cNvCxnSpPr>
              <p:nvPr/>
            </p:nvCxnSpPr>
            <p:spPr bwMode="auto">
              <a:xfrm flipH="1">
                <a:off x="1135" y="2728"/>
                <a:ext cx="118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8469" name="Text Box 23">
                <a:extLst>
                  <a:ext uri="{FF2B5EF4-FFF2-40B4-BE49-F238E27FC236}">
                    <a16:creationId xmlns:a16="http://schemas.microsoft.com/office/drawing/2014/main" id="{4AE69895-2784-7148-83CC-D8F0D3730F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5" y="3158"/>
                <a:ext cx="227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</p:grpSp>
      <p:sp>
        <p:nvSpPr>
          <p:cNvPr id="153629" name="Text Box 29">
            <a:extLst>
              <a:ext uri="{FF2B5EF4-FFF2-40B4-BE49-F238E27FC236}">
                <a16:creationId xmlns:a16="http://schemas.microsoft.com/office/drawing/2014/main" id="{EE74B29F-0963-1641-899C-615019AFB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4652963"/>
            <a:ext cx="360363" cy="274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53630" name="Text Box 30">
            <a:extLst>
              <a:ext uri="{FF2B5EF4-FFF2-40B4-BE49-F238E27FC236}">
                <a16:creationId xmlns:a16="http://schemas.microsoft.com/office/drawing/2014/main" id="{357A0539-5244-0143-947B-81826780B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4078288"/>
            <a:ext cx="360363" cy="274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tx1"/>
                </a:solidFill>
                <a:latin typeface="Tahoma" panose="020B0604030504040204" pitchFamily="34" charset="0"/>
              </a:rPr>
              <a:t>-2</a:t>
            </a:r>
          </a:p>
        </p:txBody>
      </p:sp>
      <p:sp>
        <p:nvSpPr>
          <p:cNvPr id="153632" name="Text Box 32">
            <a:extLst>
              <a:ext uri="{FF2B5EF4-FFF2-40B4-BE49-F238E27FC236}">
                <a16:creationId xmlns:a16="http://schemas.microsoft.com/office/drawing/2014/main" id="{8BA3D7C4-3FAE-3242-ADEB-B2F7B09A9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2781300"/>
            <a:ext cx="3581400" cy="158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/>
            <a:r>
              <a:rPr lang="es-ES" altLang="es-EC" sz="2000"/>
              <a:t>Si se detecta un f.e. -2, el daño viene por la izquierda</a:t>
            </a:r>
          </a:p>
          <a:p>
            <a:pPr eaLnBrk="1" hangingPunct="1"/>
            <a:r>
              <a:rPr lang="es-ES" altLang="es-EC" sz="2000"/>
              <a:t>Si el siguiente nodo tiene un f.e. positivo, hay que rotar ID</a:t>
            </a:r>
          </a:p>
        </p:txBody>
      </p:sp>
      <p:grpSp>
        <p:nvGrpSpPr>
          <p:cNvPr id="153633" name="Group 33">
            <a:extLst>
              <a:ext uri="{FF2B5EF4-FFF2-40B4-BE49-F238E27FC236}">
                <a16:creationId xmlns:a16="http://schemas.microsoft.com/office/drawing/2014/main" id="{22C54B26-E4DD-0042-BE65-4BCF38CE3882}"/>
              </a:ext>
            </a:extLst>
          </p:cNvPr>
          <p:cNvGrpSpPr>
            <a:grpSpLocks/>
          </p:cNvGrpSpPr>
          <p:nvPr/>
        </p:nvGrpSpPr>
        <p:grpSpPr bwMode="auto">
          <a:xfrm>
            <a:off x="1260475" y="3357563"/>
            <a:ext cx="647700" cy="703262"/>
            <a:chOff x="521" y="2115"/>
            <a:chExt cx="408" cy="443"/>
          </a:xfrm>
        </p:grpSpPr>
        <p:sp>
          <p:nvSpPr>
            <p:cNvPr id="18463" name="Line 34">
              <a:extLst>
                <a:ext uri="{FF2B5EF4-FFF2-40B4-BE49-F238E27FC236}">
                  <a16:creationId xmlns:a16="http://schemas.microsoft.com/office/drawing/2014/main" id="{B41A11A8-3220-EA46-BA39-302B400881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2160"/>
              <a:ext cx="18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64" name="Text Box 35">
              <a:extLst>
                <a:ext uri="{FF2B5EF4-FFF2-40B4-BE49-F238E27FC236}">
                  <a16:creationId xmlns:a16="http://schemas.microsoft.com/office/drawing/2014/main" id="{18D78154-3D01-634D-8059-0C545039B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115"/>
              <a:ext cx="363" cy="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n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s-EC" altLang="es-EC" sz="1600" b="1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153636" name="Group 36">
            <a:extLst>
              <a:ext uri="{FF2B5EF4-FFF2-40B4-BE49-F238E27FC236}">
                <a16:creationId xmlns:a16="http://schemas.microsoft.com/office/drawing/2014/main" id="{2B19D802-02C1-0D4F-9848-0B9A46D153C1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3789363"/>
            <a:ext cx="647700" cy="703262"/>
            <a:chOff x="521" y="2115"/>
            <a:chExt cx="408" cy="443"/>
          </a:xfrm>
        </p:grpSpPr>
        <p:sp>
          <p:nvSpPr>
            <p:cNvPr id="18461" name="Line 37">
              <a:extLst>
                <a:ext uri="{FF2B5EF4-FFF2-40B4-BE49-F238E27FC236}">
                  <a16:creationId xmlns:a16="http://schemas.microsoft.com/office/drawing/2014/main" id="{4C2205B6-C652-F448-9761-F9540C23A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2160"/>
              <a:ext cx="18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62" name="Text Box 38">
              <a:extLst>
                <a:ext uri="{FF2B5EF4-FFF2-40B4-BE49-F238E27FC236}">
                  <a16:creationId xmlns:a16="http://schemas.microsoft.com/office/drawing/2014/main" id="{C6CDD945-8F10-7F48-BB9C-584FC09F16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115"/>
              <a:ext cx="363" cy="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n1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s-EC" altLang="es-EC" sz="1600" b="1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153639" name="Rectangle 39">
            <a:extLst>
              <a:ext uri="{FF2B5EF4-FFF2-40B4-BE49-F238E27FC236}">
                <a16:creationId xmlns:a16="http://schemas.microsoft.com/office/drawing/2014/main" id="{1D54118E-7234-944A-98EC-0AF5239F3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997200"/>
            <a:ext cx="2233612" cy="2592388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EC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3640" name="AutoShape 40">
            <a:extLst>
              <a:ext uri="{FF2B5EF4-FFF2-40B4-BE49-F238E27FC236}">
                <a16:creationId xmlns:a16="http://schemas.microsoft.com/office/drawing/2014/main" id="{9768FD9B-82C7-E045-8902-DFAE74F59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4868863"/>
            <a:ext cx="1943100" cy="1081087"/>
          </a:xfrm>
          <a:prstGeom prst="rightArrow">
            <a:avLst>
              <a:gd name="adj1" fmla="val 49769"/>
              <a:gd name="adj2" fmla="val 47805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AL ROTAR</a:t>
            </a:r>
            <a:endParaRPr lang="es-EC" altLang="es-EC" sz="16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153672" name="Group 72">
            <a:extLst>
              <a:ext uri="{FF2B5EF4-FFF2-40B4-BE49-F238E27FC236}">
                <a16:creationId xmlns:a16="http://schemas.microsoft.com/office/drawing/2014/main" id="{F1BE80E4-A4EE-BE48-A0BE-106FDA65E7FE}"/>
              </a:ext>
            </a:extLst>
          </p:cNvPr>
          <p:cNvGrpSpPr>
            <a:grpSpLocks/>
          </p:cNvGrpSpPr>
          <p:nvPr/>
        </p:nvGrpSpPr>
        <p:grpSpPr bwMode="auto">
          <a:xfrm>
            <a:off x="6194425" y="4652963"/>
            <a:ext cx="1417638" cy="1282700"/>
            <a:chOff x="3902" y="2931"/>
            <a:chExt cx="893" cy="808"/>
          </a:xfrm>
        </p:grpSpPr>
        <p:grpSp>
          <p:nvGrpSpPr>
            <p:cNvPr id="18450" name="Group 42">
              <a:extLst>
                <a:ext uri="{FF2B5EF4-FFF2-40B4-BE49-F238E27FC236}">
                  <a16:creationId xmlns:a16="http://schemas.microsoft.com/office/drawing/2014/main" id="{280804DA-380E-F44C-861E-C71A8F46E2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4" y="3079"/>
              <a:ext cx="371" cy="611"/>
              <a:chOff x="1452" y="2671"/>
              <a:chExt cx="371" cy="611"/>
            </a:xfrm>
          </p:grpSpPr>
          <p:sp>
            <p:nvSpPr>
              <p:cNvPr id="18458" name="Oval 43">
                <a:extLst>
                  <a:ext uri="{FF2B5EF4-FFF2-40B4-BE49-F238E27FC236}">
                    <a16:creationId xmlns:a16="http://schemas.microsoft.com/office/drawing/2014/main" id="{2FD29A73-DBB7-E145-BEB7-66BD0994F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3" y="280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18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cxnSp>
            <p:nvCxnSpPr>
              <p:cNvPr id="18459" name="AutoShape 44">
                <a:extLst>
                  <a:ext uri="{FF2B5EF4-FFF2-40B4-BE49-F238E27FC236}">
                    <a16:creationId xmlns:a16="http://schemas.microsoft.com/office/drawing/2014/main" id="{8731D0AE-56A8-1946-9D5A-922BE480F9CB}"/>
                  </a:ext>
                </a:extLst>
              </p:cNvPr>
              <p:cNvCxnSpPr>
                <a:cxnSpLocks noChangeShapeType="1"/>
                <a:endCxn id="18458" idx="1"/>
              </p:cNvCxnSpPr>
              <p:nvPr/>
            </p:nvCxnSpPr>
            <p:spPr bwMode="auto">
              <a:xfrm>
                <a:off x="1452" y="2671"/>
                <a:ext cx="166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8460" name="Text Box 45">
                <a:extLst>
                  <a:ext uri="{FF2B5EF4-FFF2-40B4-BE49-F238E27FC236}">
                    <a16:creationId xmlns:a16="http://schemas.microsoft.com/office/drawing/2014/main" id="{D81A430E-BB1B-994D-BECB-9399FEE25D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1" y="3109"/>
                <a:ext cx="144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18451" name="Group 54">
              <a:extLst>
                <a:ext uri="{FF2B5EF4-FFF2-40B4-BE49-F238E27FC236}">
                  <a16:creationId xmlns:a16="http://schemas.microsoft.com/office/drawing/2014/main" id="{C7B618B8-ACC7-484C-A6A3-3FF55AEC28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4" y="2931"/>
              <a:ext cx="272" cy="490"/>
              <a:chOff x="1202" y="2523"/>
              <a:chExt cx="272" cy="490"/>
            </a:xfrm>
          </p:grpSpPr>
          <p:sp>
            <p:nvSpPr>
              <p:cNvPr id="18456" name="Oval 55">
                <a:extLst>
                  <a:ext uri="{FF2B5EF4-FFF2-40B4-BE49-F238E27FC236}">
                    <a16:creationId xmlns:a16="http://schemas.microsoft.com/office/drawing/2014/main" id="{0CE6BDDD-3CC5-4B44-AE39-8136975A9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8" y="2523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17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8457" name="Text Box 56">
                <a:extLst>
                  <a:ext uri="{FF2B5EF4-FFF2-40B4-BE49-F238E27FC236}">
                    <a16:creationId xmlns:a16="http://schemas.microsoft.com/office/drawing/2014/main" id="{D87E8E31-E70D-F945-8515-CCCCE066BA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2" y="2840"/>
                <a:ext cx="272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18452" name="Group 57">
              <a:extLst>
                <a:ext uri="{FF2B5EF4-FFF2-40B4-BE49-F238E27FC236}">
                  <a16:creationId xmlns:a16="http://schemas.microsoft.com/office/drawing/2014/main" id="{85D1E306-635F-4B4B-A2B9-3A8193B6C8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2" y="3136"/>
              <a:ext cx="323" cy="603"/>
              <a:chOff x="930" y="2728"/>
              <a:chExt cx="323" cy="603"/>
            </a:xfrm>
          </p:grpSpPr>
          <p:sp>
            <p:nvSpPr>
              <p:cNvPr id="18453" name="Oval 58">
                <a:extLst>
                  <a:ext uri="{FF2B5EF4-FFF2-40B4-BE49-F238E27FC236}">
                    <a16:creationId xmlns:a16="http://schemas.microsoft.com/office/drawing/2014/main" id="{A6A6F739-40FD-C147-AF87-76D6F301FD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2859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12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cxnSp>
            <p:nvCxnSpPr>
              <p:cNvPr id="18454" name="AutoShape 59">
                <a:extLst>
                  <a:ext uri="{FF2B5EF4-FFF2-40B4-BE49-F238E27FC236}">
                    <a16:creationId xmlns:a16="http://schemas.microsoft.com/office/drawing/2014/main" id="{9E602E01-2880-DE49-827F-43057F09BF03}"/>
                  </a:ext>
                </a:extLst>
              </p:cNvPr>
              <p:cNvCxnSpPr>
                <a:cxnSpLocks noChangeShapeType="1"/>
                <a:stCxn id="18456" idx="3"/>
                <a:endCxn id="18453" idx="7"/>
              </p:cNvCxnSpPr>
              <p:nvPr/>
            </p:nvCxnSpPr>
            <p:spPr bwMode="auto">
              <a:xfrm flipH="1">
                <a:off x="1135" y="2728"/>
                <a:ext cx="118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8455" name="Text Box 60">
                <a:extLst>
                  <a:ext uri="{FF2B5EF4-FFF2-40B4-BE49-F238E27FC236}">
                    <a16:creationId xmlns:a16="http://schemas.microsoft.com/office/drawing/2014/main" id="{F12A1C39-5EE2-0248-9B0D-1F79D33797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5" y="3158"/>
                <a:ext cx="227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</p:grpSp>
      <p:grpSp>
        <p:nvGrpSpPr>
          <p:cNvPr id="153669" name="Group 69">
            <a:extLst>
              <a:ext uri="{FF2B5EF4-FFF2-40B4-BE49-F238E27FC236}">
                <a16:creationId xmlns:a16="http://schemas.microsoft.com/office/drawing/2014/main" id="{CA6F6A64-F5D5-4141-8693-A5F4CF191802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268538" y="4292600"/>
            <a:ext cx="793750" cy="703263"/>
            <a:chOff x="521" y="2115"/>
            <a:chExt cx="408" cy="443"/>
          </a:xfrm>
        </p:grpSpPr>
        <p:sp>
          <p:nvSpPr>
            <p:cNvPr id="18448" name="Line 70">
              <a:extLst>
                <a:ext uri="{FF2B5EF4-FFF2-40B4-BE49-F238E27FC236}">
                  <a16:creationId xmlns:a16="http://schemas.microsoft.com/office/drawing/2014/main" id="{3734104D-1889-0E45-A06D-E679AFACE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2160"/>
              <a:ext cx="18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49" name="Text Box 71">
              <a:extLst>
                <a:ext uri="{FF2B5EF4-FFF2-40B4-BE49-F238E27FC236}">
                  <a16:creationId xmlns:a16="http://schemas.microsoft.com/office/drawing/2014/main" id="{3F8DDA7A-74E5-AC44-90D7-C4D592E9F6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115"/>
              <a:ext cx="363" cy="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n2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s-EC" altLang="es-EC" sz="1600" b="1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153673" name="Rectangle 73">
            <a:extLst>
              <a:ext uri="{FF2B5EF4-FFF2-40B4-BE49-F238E27FC236}">
                <a16:creationId xmlns:a16="http://schemas.microsoft.com/office/drawing/2014/main" id="{40800F09-1D29-0149-830D-E98BA3A89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4437063"/>
            <a:ext cx="1800225" cy="17875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EC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3666" name="AutoShape 66">
            <a:extLst>
              <a:ext uri="{FF2B5EF4-FFF2-40B4-BE49-F238E27FC236}">
                <a16:creationId xmlns:a16="http://schemas.microsoft.com/office/drawing/2014/main" id="{FD8BF8ED-F885-8F46-8106-9E2995468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852738"/>
            <a:ext cx="1871663" cy="1511300"/>
          </a:xfrm>
          <a:prstGeom prst="cloudCallout">
            <a:avLst>
              <a:gd name="adj1" fmla="val -41347"/>
              <a:gd name="adj2" fmla="val 67856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Los f.e. de n y n1, quedaron 0</a:t>
            </a:r>
            <a:endParaRPr lang="es-EC" altLang="es-EC" sz="16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36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36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36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3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36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3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153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3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36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36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3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3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3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36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36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36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36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36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36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36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36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3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3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3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36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36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36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36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36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36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36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36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3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3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53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53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53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53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536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53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900" decel="100000" fill="hold"/>
                                        <p:tgtEl>
                                          <p:spTgt spid="153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3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53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536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53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900" decel="100000" fill="hold"/>
                                        <p:tgtEl>
                                          <p:spTgt spid="153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3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536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536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5367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53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53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53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53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53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3" grpId="0" build="p"/>
      <p:bldP spid="153629" grpId="0" animBg="1"/>
      <p:bldP spid="153630" grpId="0" animBg="1"/>
      <p:bldP spid="153632" grpId="0"/>
      <p:bldP spid="153639" grpId="0" animBg="1"/>
      <p:bldP spid="153640" grpId="0" animBg="1"/>
      <p:bldP spid="153673" grpId="0" animBg="1"/>
      <p:bldP spid="153666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04" name="Rectangle 80">
            <a:extLst>
              <a:ext uri="{FF2B5EF4-FFF2-40B4-BE49-F238E27FC236}">
                <a16:creationId xmlns:a16="http://schemas.microsoft.com/office/drawing/2014/main" id="{F6E53021-8B45-2342-A223-C76B0B96A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565400"/>
            <a:ext cx="2233613" cy="2592388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EC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7D3EE9DD-1AA1-5944-9476-D7661A781E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C"/>
              <a:t>ROTACION ID: CASO 2</a:t>
            </a:r>
            <a:endParaRPr lang="es-EC" altLang="es-EC"/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52AABD89-F78C-B349-8EEE-C5B56F66D3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" altLang="es-EC" sz="2000"/>
              <a:t>Cuando existen nodos que “estorban” en la rotacion</a:t>
            </a:r>
            <a:endParaRPr lang="es-EC" altLang="es-EC" sz="2000"/>
          </a:p>
          <a:p>
            <a:pPr eaLnBrk="1" hangingPunct="1"/>
            <a:endParaRPr lang="es-EC" altLang="es-EC"/>
          </a:p>
        </p:txBody>
      </p:sp>
      <p:grpSp>
        <p:nvGrpSpPr>
          <p:cNvPr id="154628" name="Group 4">
            <a:extLst>
              <a:ext uri="{FF2B5EF4-FFF2-40B4-BE49-F238E27FC236}">
                <a16:creationId xmlns:a16="http://schemas.microsoft.com/office/drawing/2014/main" id="{8CDCA9EB-E4A6-D94F-AE1B-AC3B41D281C9}"/>
              </a:ext>
            </a:extLst>
          </p:cNvPr>
          <p:cNvGrpSpPr>
            <a:grpSpLocks/>
          </p:cNvGrpSpPr>
          <p:nvPr/>
        </p:nvGrpSpPr>
        <p:grpSpPr bwMode="auto">
          <a:xfrm>
            <a:off x="522288" y="2835275"/>
            <a:ext cx="1887537" cy="1833563"/>
            <a:chOff x="748" y="2160"/>
            <a:chExt cx="1189" cy="1155"/>
          </a:xfrm>
        </p:grpSpPr>
        <p:grpSp>
          <p:nvGrpSpPr>
            <p:cNvPr id="19574" name="Group 5">
              <a:extLst>
                <a:ext uri="{FF2B5EF4-FFF2-40B4-BE49-F238E27FC236}">
                  <a16:creationId xmlns:a16="http://schemas.microsoft.com/office/drawing/2014/main" id="{2CB6FE1F-3E64-8E4A-AE60-AD133D6166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6" y="2308"/>
              <a:ext cx="371" cy="611"/>
              <a:chOff x="1452" y="2671"/>
              <a:chExt cx="371" cy="611"/>
            </a:xfrm>
          </p:grpSpPr>
          <p:sp>
            <p:nvSpPr>
              <p:cNvPr id="19590" name="Oval 6">
                <a:extLst>
                  <a:ext uri="{FF2B5EF4-FFF2-40B4-BE49-F238E27FC236}">
                    <a16:creationId xmlns:a16="http://schemas.microsoft.com/office/drawing/2014/main" id="{08B314FA-7DC9-A741-A4BF-51B2C0264F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3" y="280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25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cxnSp>
            <p:nvCxnSpPr>
              <p:cNvPr id="19591" name="AutoShape 7">
                <a:extLst>
                  <a:ext uri="{FF2B5EF4-FFF2-40B4-BE49-F238E27FC236}">
                    <a16:creationId xmlns:a16="http://schemas.microsoft.com/office/drawing/2014/main" id="{84F30FB2-DB0F-2440-9214-7C90914D0D57}"/>
                  </a:ext>
                </a:extLst>
              </p:cNvPr>
              <p:cNvCxnSpPr>
                <a:cxnSpLocks noChangeShapeType="1"/>
                <a:endCxn id="19590" idx="1"/>
              </p:cNvCxnSpPr>
              <p:nvPr/>
            </p:nvCxnSpPr>
            <p:spPr bwMode="auto">
              <a:xfrm>
                <a:off x="1452" y="2671"/>
                <a:ext cx="166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9592" name="Text Box 8">
                <a:extLst>
                  <a:ext uri="{FF2B5EF4-FFF2-40B4-BE49-F238E27FC236}">
                    <a16:creationId xmlns:a16="http://schemas.microsoft.com/office/drawing/2014/main" id="{1066F0E1-6E46-AD47-960D-DE2B023759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1" y="3109"/>
                <a:ext cx="144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19575" name="Group 9">
              <a:extLst>
                <a:ext uri="{FF2B5EF4-FFF2-40B4-BE49-F238E27FC236}">
                  <a16:creationId xmlns:a16="http://schemas.microsoft.com/office/drawing/2014/main" id="{CFF97BBD-0751-F249-9664-973FD2BAA8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" y="2706"/>
              <a:ext cx="323" cy="592"/>
              <a:chOff x="623" y="2482"/>
              <a:chExt cx="323" cy="592"/>
            </a:xfrm>
          </p:grpSpPr>
          <p:sp>
            <p:nvSpPr>
              <p:cNvPr id="19587" name="Oval 10">
                <a:extLst>
                  <a:ext uri="{FF2B5EF4-FFF2-40B4-BE49-F238E27FC236}">
                    <a16:creationId xmlns:a16="http://schemas.microsoft.com/office/drawing/2014/main" id="{AB56635C-4909-DE46-81F1-36342CB579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" y="2613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9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cxnSp>
            <p:nvCxnSpPr>
              <p:cNvPr id="19588" name="AutoShape 11">
                <a:extLst>
                  <a:ext uri="{FF2B5EF4-FFF2-40B4-BE49-F238E27FC236}">
                    <a16:creationId xmlns:a16="http://schemas.microsoft.com/office/drawing/2014/main" id="{54B2CC10-54BB-5D4A-89A2-A303FEA0E95D}"/>
                  </a:ext>
                </a:extLst>
              </p:cNvPr>
              <p:cNvCxnSpPr>
                <a:cxnSpLocks noChangeShapeType="1"/>
                <a:endCxn id="19587" idx="7"/>
              </p:cNvCxnSpPr>
              <p:nvPr/>
            </p:nvCxnSpPr>
            <p:spPr bwMode="auto">
              <a:xfrm flipH="1">
                <a:off x="828" y="2482"/>
                <a:ext cx="118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9589" name="Text Box 12">
                <a:extLst>
                  <a:ext uri="{FF2B5EF4-FFF2-40B4-BE49-F238E27FC236}">
                    <a16:creationId xmlns:a16="http://schemas.microsoft.com/office/drawing/2014/main" id="{01CEC9CB-A616-FD4E-A45C-5C0983EAA7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1" y="2901"/>
                <a:ext cx="144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19576" name="Group 13">
              <a:extLst>
                <a:ext uri="{FF2B5EF4-FFF2-40B4-BE49-F238E27FC236}">
                  <a16:creationId xmlns:a16="http://schemas.microsoft.com/office/drawing/2014/main" id="{E212ACA8-6932-9442-A853-5B9C065E2C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0" y="2704"/>
              <a:ext cx="371" cy="611"/>
              <a:chOff x="4688" y="3272"/>
              <a:chExt cx="371" cy="611"/>
            </a:xfrm>
          </p:grpSpPr>
          <p:sp>
            <p:nvSpPr>
              <p:cNvPr id="19584" name="Oval 14">
                <a:extLst>
                  <a:ext uri="{FF2B5EF4-FFF2-40B4-BE49-F238E27FC236}">
                    <a16:creationId xmlns:a16="http://schemas.microsoft.com/office/drawing/2014/main" id="{C0CE95EE-2596-404E-BF88-3A0A7476EE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9" y="3403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17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cxnSp>
            <p:nvCxnSpPr>
              <p:cNvPr id="19585" name="AutoShape 15">
                <a:extLst>
                  <a:ext uri="{FF2B5EF4-FFF2-40B4-BE49-F238E27FC236}">
                    <a16:creationId xmlns:a16="http://schemas.microsoft.com/office/drawing/2014/main" id="{89BF99CF-6A55-384F-8F5C-B5AE07A0DCF9}"/>
                  </a:ext>
                </a:extLst>
              </p:cNvPr>
              <p:cNvCxnSpPr>
                <a:cxnSpLocks noChangeShapeType="1"/>
                <a:endCxn id="19584" idx="1"/>
              </p:cNvCxnSpPr>
              <p:nvPr/>
            </p:nvCxnSpPr>
            <p:spPr bwMode="auto">
              <a:xfrm>
                <a:off x="4688" y="3272"/>
                <a:ext cx="166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9586" name="Text Box 16">
                <a:extLst>
                  <a:ext uri="{FF2B5EF4-FFF2-40B4-BE49-F238E27FC236}">
                    <a16:creationId xmlns:a16="http://schemas.microsoft.com/office/drawing/2014/main" id="{8119E23C-BE29-6447-9828-6F5A5E8048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7" y="3710"/>
                <a:ext cx="144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19577" name="Group 17">
              <a:extLst>
                <a:ext uri="{FF2B5EF4-FFF2-40B4-BE49-F238E27FC236}">
                  <a16:creationId xmlns:a16="http://schemas.microsoft.com/office/drawing/2014/main" id="{0783AEA1-FB5E-B84B-9FBF-E50A36BCD5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6" y="2160"/>
              <a:ext cx="272" cy="490"/>
              <a:chOff x="1202" y="2523"/>
              <a:chExt cx="272" cy="490"/>
            </a:xfrm>
          </p:grpSpPr>
          <p:sp>
            <p:nvSpPr>
              <p:cNvPr id="19582" name="Oval 18">
                <a:extLst>
                  <a:ext uri="{FF2B5EF4-FFF2-40B4-BE49-F238E27FC236}">
                    <a16:creationId xmlns:a16="http://schemas.microsoft.com/office/drawing/2014/main" id="{868CDB7F-F2E1-8D4F-B25D-F8E802D75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8" y="2523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18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9583" name="Text Box 19">
                <a:extLst>
                  <a:ext uri="{FF2B5EF4-FFF2-40B4-BE49-F238E27FC236}">
                    <a16:creationId xmlns:a16="http://schemas.microsoft.com/office/drawing/2014/main" id="{6B54589D-6FA0-C44C-9093-0A43BF52AC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2" y="2840"/>
                <a:ext cx="272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-1</a:t>
                </a:r>
              </a:p>
            </p:txBody>
          </p:sp>
        </p:grpSp>
        <p:grpSp>
          <p:nvGrpSpPr>
            <p:cNvPr id="19578" name="Group 20">
              <a:extLst>
                <a:ext uri="{FF2B5EF4-FFF2-40B4-BE49-F238E27FC236}">
                  <a16:creationId xmlns:a16="http://schemas.microsoft.com/office/drawing/2014/main" id="{769A3253-D883-C84D-8504-67DA330D1D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4" y="2365"/>
              <a:ext cx="323" cy="603"/>
              <a:chOff x="930" y="2728"/>
              <a:chExt cx="323" cy="603"/>
            </a:xfrm>
          </p:grpSpPr>
          <p:sp>
            <p:nvSpPr>
              <p:cNvPr id="19579" name="Oval 21">
                <a:extLst>
                  <a:ext uri="{FF2B5EF4-FFF2-40B4-BE49-F238E27FC236}">
                    <a16:creationId xmlns:a16="http://schemas.microsoft.com/office/drawing/2014/main" id="{797FB761-AC01-934C-BBA1-3C48DAB96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2859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12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cxnSp>
            <p:nvCxnSpPr>
              <p:cNvPr id="19580" name="AutoShape 22">
                <a:extLst>
                  <a:ext uri="{FF2B5EF4-FFF2-40B4-BE49-F238E27FC236}">
                    <a16:creationId xmlns:a16="http://schemas.microsoft.com/office/drawing/2014/main" id="{FECAE2FC-CA0F-EC49-8F5E-CFAA4F1DD58C}"/>
                  </a:ext>
                </a:extLst>
              </p:cNvPr>
              <p:cNvCxnSpPr>
                <a:cxnSpLocks noChangeShapeType="1"/>
                <a:stCxn id="19582" idx="3"/>
                <a:endCxn id="19579" idx="7"/>
              </p:cNvCxnSpPr>
              <p:nvPr/>
            </p:nvCxnSpPr>
            <p:spPr bwMode="auto">
              <a:xfrm flipH="1">
                <a:off x="1135" y="2728"/>
                <a:ext cx="118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9581" name="Text Box 23">
                <a:extLst>
                  <a:ext uri="{FF2B5EF4-FFF2-40B4-BE49-F238E27FC236}">
                    <a16:creationId xmlns:a16="http://schemas.microsoft.com/office/drawing/2014/main" id="{DBB0277F-7A00-BD4B-B8A3-77505B308A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5" y="3158"/>
                <a:ext cx="227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</p:grpSp>
      <p:grpSp>
        <p:nvGrpSpPr>
          <p:cNvPr id="154648" name="Group 24">
            <a:extLst>
              <a:ext uri="{FF2B5EF4-FFF2-40B4-BE49-F238E27FC236}">
                <a16:creationId xmlns:a16="http://schemas.microsoft.com/office/drawing/2014/main" id="{5AAC6D14-E89D-1C4E-8BD5-1E94FCFB61C8}"/>
              </a:ext>
            </a:extLst>
          </p:cNvPr>
          <p:cNvGrpSpPr>
            <a:grpSpLocks/>
          </p:cNvGrpSpPr>
          <p:nvPr/>
        </p:nvGrpSpPr>
        <p:grpSpPr bwMode="auto">
          <a:xfrm>
            <a:off x="6757988" y="2673350"/>
            <a:ext cx="1887537" cy="1833563"/>
            <a:chOff x="748" y="2160"/>
            <a:chExt cx="1189" cy="1155"/>
          </a:xfrm>
        </p:grpSpPr>
        <p:grpSp>
          <p:nvGrpSpPr>
            <p:cNvPr id="19555" name="Group 25">
              <a:extLst>
                <a:ext uri="{FF2B5EF4-FFF2-40B4-BE49-F238E27FC236}">
                  <a16:creationId xmlns:a16="http://schemas.microsoft.com/office/drawing/2014/main" id="{11055057-E391-4448-80F6-CF99D1C131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6" y="2308"/>
              <a:ext cx="371" cy="611"/>
              <a:chOff x="1452" y="2671"/>
              <a:chExt cx="371" cy="611"/>
            </a:xfrm>
          </p:grpSpPr>
          <p:sp>
            <p:nvSpPr>
              <p:cNvPr id="19571" name="Oval 26">
                <a:extLst>
                  <a:ext uri="{FF2B5EF4-FFF2-40B4-BE49-F238E27FC236}">
                    <a16:creationId xmlns:a16="http://schemas.microsoft.com/office/drawing/2014/main" id="{7858BBB1-262C-3A4D-9AF9-70E033D35B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3" y="280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25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cxnSp>
            <p:nvCxnSpPr>
              <p:cNvPr id="19572" name="AutoShape 27">
                <a:extLst>
                  <a:ext uri="{FF2B5EF4-FFF2-40B4-BE49-F238E27FC236}">
                    <a16:creationId xmlns:a16="http://schemas.microsoft.com/office/drawing/2014/main" id="{4AF76C78-7139-2B48-B803-2B0B01669A03}"/>
                  </a:ext>
                </a:extLst>
              </p:cNvPr>
              <p:cNvCxnSpPr>
                <a:cxnSpLocks noChangeShapeType="1"/>
                <a:endCxn id="19571" idx="1"/>
              </p:cNvCxnSpPr>
              <p:nvPr/>
            </p:nvCxnSpPr>
            <p:spPr bwMode="auto">
              <a:xfrm>
                <a:off x="1452" y="2671"/>
                <a:ext cx="166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9573" name="Text Box 28">
                <a:extLst>
                  <a:ext uri="{FF2B5EF4-FFF2-40B4-BE49-F238E27FC236}">
                    <a16:creationId xmlns:a16="http://schemas.microsoft.com/office/drawing/2014/main" id="{5D9B0219-A355-BB4C-A6EA-E4E2D2D1E8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1" y="3109"/>
                <a:ext cx="144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19556" name="Group 29">
              <a:extLst>
                <a:ext uri="{FF2B5EF4-FFF2-40B4-BE49-F238E27FC236}">
                  <a16:creationId xmlns:a16="http://schemas.microsoft.com/office/drawing/2014/main" id="{04BD97F3-5D91-614C-9BAC-1757641688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" y="2706"/>
              <a:ext cx="323" cy="592"/>
              <a:chOff x="623" y="2482"/>
              <a:chExt cx="323" cy="592"/>
            </a:xfrm>
          </p:grpSpPr>
          <p:sp>
            <p:nvSpPr>
              <p:cNvPr id="19568" name="Oval 30">
                <a:extLst>
                  <a:ext uri="{FF2B5EF4-FFF2-40B4-BE49-F238E27FC236}">
                    <a16:creationId xmlns:a16="http://schemas.microsoft.com/office/drawing/2014/main" id="{E4F31BDE-71E6-3C44-8B17-40D28C293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" y="2613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9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cxnSp>
            <p:nvCxnSpPr>
              <p:cNvPr id="19569" name="AutoShape 31">
                <a:extLst>
                  <a:ext uri="{FF2B5EF4-FFF2-40B4-BE49-F238E27FC236}">
                    <a16:creationId xmlns:a16="http://schemas.microsoft.com/office/drawing/2014/main" id="{44219D97-C254-FF48-89B2-C1C648C62FAB}"/>
                  </a:ext>
                </a:extLst>
              </p:cNvPr>
              <p:cNvCxnSpPr>
                <a:cxnSpLocks noChangeShapeType="1"/>
                <a:endCxn id="19568" idx="7"/>
              </p:cNvCxnSpPr>
              <p:nvPr/>
            </p:nvCxnSpPr>
            <p:spPr bwMode="auto">
              <a:xfrm flipH="1">
                <a:off x="828" y="2482"/>
                <a:ext cx="118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9570" name="Text Box 32">
                <a:extLst>
                  <a:ext uri="{FF2B5EF4-FFF2-40B4-BE49-F238E27FC236}">
                    <a16:creationId xmlns:a16="http://schemas.microsoft.com/office/drawing/2014/main" id="{701D496C-A1E8-644D-9615-983BF8DBD3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1" y="2901"/>
                <a:ext cx="144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19557" name="Group 33">
              <a:extLst>
                <a:ext uri="{FF2B5EF4-FFF2-40B4-BE49-F238E27FC236}">
                  <a16:creationId xmlns:a16="http://schemas.microsoft.com/office/drawing/2014/main" id="{2158CA8A-F030-6E49-A831-3F028E6926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0" y="2704"/>
              <a:ext cx="371" cy="611"/>
              <a:chOff x="4688" y="3272"/>
              <a:chExt cx="371" cy="611"/>
            </a:xfrm>
          </p:grpSpPr>
          <p:sp>
            <p:nvSpPr>
              <p:cNvPr id="19565" name="Oval 34">
                <a:extLst>
                  <a:ext uri="{FF2B5EF4-FFF2-40B4-BE49-F238E27FC236}">
                    <a16:creationId xmlns:a16="http://schemas.microsoft.com/office/drawing/2014/main" id="{A8A50549-8E31-DD4D-895B-8CCACDE6E7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9" y="3403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16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cxnSp>
            <p:nvCxnSpPr>
              <p:cNvPr id="19566" name="AutoShape 35">
                <a:extLst>
                  <a:ext uri="{FF2B5EF4-FFF2-40B4-BE49-F238E27FC236}">
                    <a16:creationId xmlns:a16="http://schemas.microsoft.com/office/drawing/2014/main" id="{708F5BF3-7074-BC48-9C39-8AC488F116FE}"/>
                  </a:ext>
                </a:extLst>
              </p:cNvPr>
              <p:cNvCxnSpPr>
                <a:cxnSpLocks noChangeShapeType="1"/>
                <a:endCxn id="19565" idx="1"/>
              </p:cNvCxnSpPr>
              <p:nvPr/>
            </p:nvCxnSpPr>
            <p:spPr bwMode="auto">
              <a:xfrm>
                <a:off x="4688" y="3272"/>
                <a:ext cx="166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9567" name="Text Box 36">
                <a:extLst>
                  <a:ext uri="{FF2B5EF4-FFF2-40B4-BE49-F238E27FC236}">
                    <a16:creationId xmlns:a16="http://schemas.microsoft.com/office/drawing/2014/main" id="{C92AAC5E-0C00-AB40-A5CD-059F814A06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7" y="3710"/>
                <a:ext cx="144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19558" name="Group 37">
              <a:extLst>
                <a:ext uri="{FF2B5EF4-FFF2-40B4-BE49-F238E27FC236}">
                  <a16:creationId xmlns:a16="http://schemas.microsoft.com/office/drawing/2014/main" id="{26D676E5-BB8D-B149-B15E-804BDFD398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6" y="2160"/>
              <a:ext cx="272" cy="490"/>
              <a:chOff x="1202" y="2523"/>
              <a:chExt cx="272" cy="490"/>
            </a:xfrm>
          </p:grpSpPr>
          <p:sp>
            <p:nvSpPr>
              <p:cNvPr id="19563" name="Oval 38">
                <a:extLst>
                  <a:ext uri="{FF2B5EF4-FFF2-40B4-BE49-F238E27FC236}">
                    <a16:creationId xmlns:a16="http://schemas.microsoft.com/office/drawing/2014/main" id="{F4990CF0-A386-9A41-AB17-520C6F8978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8" y="2523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18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9564" name="Text Box 39">
                <a:extLst>
                  <a:ext uri="{FF2B5EF4-FFF2-40B4-BE49-F238E27FC236}">
                    <a16:creationId xmlns:a16="http://schemas.microsoft.com/office/drawing/2014/main" id="{03DD7881-7A03-A248-B95E-C3C81EAAAB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2" y="2840"/>
                <a:ext cx="272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-1</a:t>
                </a:r>
              </a:p>
            </p:txBody>
          </p:sp>
        </p:grpSp>
        <p:grpSp>
          <p:nvGrpSpPr>
            <p:cNvPr id="19559" name="Group 40">
              <a:extLst>
                <a:ext uri="{FF2B5EF4-FFF2-40B4-BE49-F238E27FC236}">
                  <a16:creationId xmlns:a16="http://schemas.microsoft.com/office/drawing/2014/main" id="{12871EC2-F1DF-BD48-BBB6-A9CC4F87DC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4" y="2365"/>
              <a:ext cx="323" cy="603"/>
              <a:chOff x="930" y="2728"/>
              <a:chExt cx="323" cy="603"/>
            </a:xfrm>
          </p:grpSpPr>
          <p:sp>
            <p:nvSpPr>
              <p:cNvPr id="19560" name="Oval 41">
                <a:extLst>
                  <a:ext uri="{FF2B5EF4-FFF2-40B4-BE49-F238E27FC236}">
                    <a16:creationId xmlns:a16="http://schemas.microsoft.com/office/drawing/2014/main" id="{4AFFF97A-837B-C44A-9E1B-13F238C8D8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2859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12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cxnSp>
            <p:nvCxnSpPr>
              <p:cNvPr id="19561" name="AutoShape 42">
                <a:extLst>
                  <a:ext uri="{FF2B5EF4-FFF2-40B4-BE49-F238E27FC236}">
                    <a16:creationId xmlns:a16="http://schemas.microsoft.com/office/drawing/2014/main" id="{C088C9D3-37E8-494B-AEF1-1D8D20EE1016}"/>
                  </a:ext>
                </a:extLst>
              </p:cNvPr>
              <p:cNvCxnSpPr>
                <a:cxnSpLocks noChangeShapeType="1"/>
                <a:stCxn id="19563" idx="3"/>
                <a:endCxn id="19560" idx="7"/>
              </p:cNvCxnSpPr>
              <p:nvPr/>
            </p:nvCxnSpPr>
            <p:spPr bwMode="auto">
              <a:xfrm flipH="1">
                <a:off x="1135" y="2728"/>
                <a:ext cx="118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9562" name="Text Box 43">
                <a:extLst>
                  <a:ext uri="{FF2B5EF4-FFF2-40B4-BE49-F238E27FC236}">
                    <a16:creationId xmlns:a16="http://schemas.microsoft.com/office/drawing/2014/main" id="{23BFA27E-3786-3748-9687-B4A2570082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5" y="3158"/>
                <a:ext cx="227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</p:grpSp>
      <p:grpSp>
        <p:nvGrpSpPr>
          <p:cNvPr id="154668" name="Group 44">
            <a:extLst>
              <a:ext uri="{FF2B5EF4-FFF2-40B4-BE49-F238E27FC236}">
                <a16:creationId xmlns:a16="http://schemas.microsoft.com/office/drawing/2014/main" id="{45B167DD-8BCC-FC40-B79F-8EA7771B96A4}"/>
              </a:ext>
            </a:extLst>
          </p:cNvPr>
          <p:cNvGrpSpPr>
            <a:grpSpLocks/>
          </p:cNvGrpSpPr>
          <p:nvPr/>
        </p:nvGrpSpPr>
        <p:grpSpPr bwMode="auto">
          <a:xfrm>
            <a:off x="8126413" y="4113213"/>
            <a:ext cx="588962" cy="969962"/>
            <a:chOff x="1134" y="2795"/>
            <a:chExt cx="371" cy="611"/>
          </a:xfrm>
        </p:grpSpPr>
        <p:sp>
          <p:nvSpPr>
            <p:cNvPr id="19552" name="Oval 45">
              <a:extLst>
                <a:ext uri="{FF2B5EF4-FFF2-40B4-BE49-F238E27FC236}">
                  <a16:creationId xmlns:a16="http://schemas.microsoft.com/office/drawing/2014/main" id="{55768AFA-577C-1F40-8717-D93496E78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5" y="2926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800">
                  <a:solidFill>
                    <a:schemeClr val="tx1"/>
                  </a:solidFill>
                  <a:latin typeface="Tahoma" panose="020B0604030504040204" pitchFamily="34" charset="0"/>
                </a:rPr>
                <a:t>17</a:t>
              </a:r>
              <a:endParaRPr lang="es-EC" altLang="es-EC" sz="180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cxnSp>
          <p:nvCxnSpPr>
            <p:cNvPr id="19553" name="AutoShape 46">
              <a:extLst>
                <a:ext uri="{FF2B5EF4-FFF2-40B4-BE49-F238E27FC236}">
                  <a16:creationId xmlns:a16="http://schemas.microsoft.com/office/drawing/2014/main" id="{62926EAC-47AF-F740-97D4-D0E23FC7C195}"/>
                </a:ext>
              </a:extLst>
            </p:cNvPr>
            <p:cNvCxnSpPr>
              <a:cxnSpLocks noChangeShapeType="1"/>
              <a:endCxn id="19552" idx="1"/>
            </p:cNvCxnSpPr>
            <p:nvPr/>
          </p:nvCxnSpPr>
          <p:spPr bwMode="auto">
            <a:xfrm>
              <a:off x="1134" y="2795"/>
              <a:ext cx="166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554" name="Text Box 47">
              <a:extLst>
                <a:ext uri="{FF2B5EF4-FFF2-40B4-BE49-F238E27FC236}">
                  <a16:creationId xmlns:a16="http://schemas.microsoft.com/office/drawing/2014/main" id="{9B39364B-9BC1-114D-B4D7-E87E7C4B1B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3" y="3233"/>
              <a:ext cx="14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grpSp>
        <p:nvGrpSpPr>
          <p:cNvPr id="154672" name="Group 48">
            <a:extLst>
              <a:ext uri="{FF2B5EF4-FFF2-40B4-BE49-F238E27FC236}">
                <a16:creationId xmlns:a16="http://schemas.microsoft.com/office/drawing/2014/main" id="{20C480EA-9E09-F54D-B819-21F9EA11907A}"/>
              </a:ext>
            </a:extLst>
          </p:cNvPr>
          <p:cNvGrpSpPr>
            <a:grpSpLocks/>
          </p:cNvGrpSpPr>
          <p:nvPr/>
        </p:nvGrpSpPr>
        <p:grpSpPr bwMode="auto">
          <a:xfrm>
            <a:off x="1079500" y="4221163"/>
            <a:ext cx="512763" cy="939800"/>
            <a:chOff x="476" y="3067"/>
            <a:chExt cx="323" cy="592"/>
          </a:xfrm>
        </p:grpSpPr>
        <p:sp>
          <p:nvSpPr>
            <p:cNvPr id="19549" name="Oval 49">
              <a:extLst>
                <a:ext uri="{FF2B5EF4-FFF2-40B4-BE49-F238E27FC236}">
                  <a16:creationId xmlns:a16="http://schemas.microsoft.com/office/drawing/2014/main" id="{67C8E2AD-EF81-8F4A-9E9E-F1C01C5A5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198"/>
              <a:ext cx="240" cy="24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800">
                  <a:solidFill>
                    <a:schemeClr val="tx1"/>
                  </a:solidFill>
                  <a:latin typeface="Tahoma" panose="020B0604030504040204" pitchFamily="34" charset="0"/>
                </a:rPr>
                <a:t>15</a:t>
              </a:r>
              <a:endParaRPr lang="es-EC" altLang="es-EC" sz="180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cxnSp>
          <p:nvCxnSpPr>
            <p:cNvPr id="19550" name="AutoShape 50">
              <a:extLst>
                <a:ext uri="{FF2B5EF4-FFF2-40B4-BE49-F238E27FC236}">
                  <a16:creationId xmlns:a16="http://schemas.microsoft.com/office/drawing/2014/main" id="{761D9846-42DF-D442-8A03-0EA89A0F8D41}"/>
                </a:ext>
              </a:extLst>
            </p:cNvPr>
            <p:cNvCxnSpPr>
              <a:cxnSpLocks noChangeShapeType="1"/>
              <a:endCxn id="19549" idx="7"/>
            </p:cNvCxnSpPr>
            <p:nvPr/>
          </p:nvCxnSpPr>
          <p:spPr bwMode="auto">
            <a:xfrm flipH="1">
              <a:off x="681" y="3067"/>
              <a:ext cx="118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551" name="Text Box 51">
              <a:extLst>
                <a:ext uri="{FF2B5EF4-FFF2-40B4-BE49-F238E27FC236}">
                  <a16:creationId xmlns:a16="http://schemas.microsoft.com/office/drawing/2014/main" id="{B46BAB61-E77B-3047-A626-DEB4C8977F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" y="3486"/>
              <a:ext cx="14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sp>
        <p:nvSpPr>
          <p:cNvPr id="154676" name="Text Box 52">
            <a:extLst>
              <a:ext uri="{FF2B5EF4-FFF2-40B4-BE49-F238E27FC236}">
                <a16:creationId xmlns:a16="http://schemas.microsoft.com/office/drawing/2014/main" id="{B191102A-79B6-2949-ABA8-19C237B26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1788" y="4419600"/>
            <a:ext cx="360362" cy="274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hlink"/>
                </a:solidFill>
                <a:latin typeface="Tahoma" panose="020B0604030504040204" pitchFamily="34" charset="0"/>
              </a:rPr>
              <a:t>-1</a:t>
            </a:r>
          </a:p>
        </p:txBody>
      </p:sp>
      <p:sp>
        <p:nvSpPr>
          <p:cNvPr id="154677" name="Text Box 53">
            <a:extLst>
              <a:ext uri="{FF2B5EF4-FFF2-40B4-BE49-F238E27FC236}">
                <a16:creationId xmlns:a16="http://schemas.microsoft.com/office/drawing/2014/main" id="{77A293F5-577E-104C-B3ED-892AF21DD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525" y="3784600"/>
            <a:ext cx="360363" cy="274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hlink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54678" name="Text Box 54">
            <a:extLst>
              <a:ext uri="{FF2B5EF4-FFF2-40B4-BE49-F238E27FC236}">
                <a16:creationId xmlns:a16="http://schemas.microsoft.com/office/drawing/2014/main" id="{1EB45E7D-92E4-D746-B407-1B42F9EF9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350" y="3338513"/>
            <a:ext cx="360363" cy="274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hlink"/>
                </a:solidFill>
                <a:latin typeface="Tahoma" panose="020B0604030504040204" pitchFamily="34" charset="0"/>
              </a:rPr>
              <a:t>-2</a:t>
            </a:r>
          </a:p>
        </p:txBody>
      </p:sp>
      <p:sp>
        <p:nvSpPr>
          <p:cNvPr id="154679" name="AutoShape 55">
            <a:extLst>
              <a:ext uri="{FF2B5EF4-FFF2-40B4-BE49-F238E27FC236}">
                <a16:creationId xmlns:a16="http://schemas.microsoft.com/office/drawing/2014/main" id="{EAA2D75A-AAFE-E546-A98C-14075FC1D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"/>
            <a:ext cx="1655763" cy="863600"/>
          </a:xfrm>
          <a:prstGeom prst="cloudCallout">
            <a:avLst>
              <a:gd name="adj1" fmla="val 52972"/>
              <a:gd name="adj2" fmla="val 25128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Un f.e. -2, ROTAR I</a:t>
            </a:r>
            <a:endParaRPr lang="es-EC" altLang="es-EC" sz="16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154680" name="Group 56">
            <a:extLst>
              <a:ext uri="{FF2B5EF4-FFF2-40B4-BE49-F238E27FC236}">
                <a16:creationId xmlns:a16="http://schemas.microsoft.com/office/drawing/2014/main" id="{7931C9D1-0E42-DC49-9736-EDC275B38B13}"/>
              </a:ext>
            </a:extLst>
          </p:cNvPr>
          <p:cNvGrpSpPr>
            <a:grpSpLocks/>
          </p:cNvGrpSpPr>
          <p:nvPr/>
        </p:nvGrpSpPr>
        <p:grpSpPr bwMode="auto">
          <a:xfrm>
            <a:off x="809625" y="2619375"/>
            <a:ext cx="647700" cy="703263"/>
            <a:chOff x="521" y="2115"/>
            <a:chExt cx="408" cy="443"/>
          </a:xfrm>
        </p:grpSpPr>
        <p:sp>
          <p:nvSpPr>
            <p:cNvPr id="19547" name="Line 57">
              <a:extLst>
                <a:ext uri="{FF2B5EF4-FFF2-40B4-BE49-F238E27FC236}">
                  <a16:creationId xmlns:a16="http://schemas.microsoft.com/office/drawing/2014/main" id="{6D5D9069-67B6-1440-9409-183B431B66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2160"/>
              <a:ext cx="18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548" name="Text Box 58">
              <a:extLst>
                <a:ext uri="{FF2B5EF4-FFF2-40B4-BE49-F238E27FC236}">
                  <a16:creationId xmlns:a16="http://schemas.microsoft.com/office/drawing/2014/main" id="{27BA8036-91A6-3E4F-A3A6-D8966369D8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115"/>
              <a:ext cx="363" cy="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n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s-EC" altLang="es-EC" sz="1600" b="1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154683" name="AutoShape 59">
            <a:extLst>
              <a:ext uri="{FF2B5EF4-FFF2-40B4-BE49-F238E27FC236}">
                <a16:creationId xmlns:a16="http://schemas.microsoft.com/office/drawing/2014/main" id="{231881A4-655B-9E44-8590-3DD7ADBDD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013325"/>
            <a:ext cx="1368425" cy="1008063"/>
          </a:xfrm>
          <a:prstGeom prst="cloudCallout">
            <a:avLst>
              <a:gd name="adj1" fmla="val 23435"/>
              <a:gd name="adj2" fmla="val -148269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f.e. 1 ROTAR ID</a:t>
            </a:r>
            <a:endParaRPr lang="es-EC" altLang="es-EC" sz="16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154684" name="Group 60">
            <a:extLst>
              <a:ext uri="{FF2B5EF4-FFF2-40B4-BE49-F238E27FC236}">
                <a16:creationId xmlns:a16="http://schemas.microsoft.com/office/drawing/2014/main" id="{2053A65A-1420-CA44-AE45-E602D1A39C9B}"/>
              </a:ext>
            </a:extLst>
          </p:cNvPr>
          <p:cNvGrpSpPr>
            <a:grpSpLocks/>
          </p:cNvGrpSpPr>
          <p:nvPr/>
        </p:nvGrpSpPr>
        <p:grpSpPr bwMode="auto">
          <a:xfrm>
            <a:off x="306388" y="3051175"/>
            <a:ext cx="647700" cy="703263"/>
            <a:chOff x="521" y="2115"/>
            <a:chExt cx="408" cy="443"/>
          </a:xfrm>
        </p:grpSpPr>
        <p:sp>
          <p:nvSpPr>
            <p:cNvPr id="19545" name="Line 61">
              <a:extLst>
                <a:ext uri="{FF2B5EF4-FFF2-40B4-BE49-F238E27FC236}">
                  <a16:creationId xmlns:a16="http://schemas.microsoft.com/office/drawing/2014/main" id="{86F92356-ACEC-0249-8EED-081D1EFA7E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2160"/>
              <a:ext cx="18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546" name="Text Box 62">
              <a:extLst>
                <a:ext uri="{FF2B5EF4-FFF2-40B4-BE49-F238E27FC236}">
                  <a16:creationId xmlns:a16="http://schemas.microsoft.com/office/drawing/2014/main" id="{1D3C24C7-E60D-7445-A489-A4F8321EF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115"/>
              <a:ext cx="363" cy="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n1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s-EC" altLang="es-EC" sz="1600" b="1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154687" name="Group 63">
            <a:extLst>
              <a:ext uri="{FF2B5EF4-FFF2-40B4-BE49-F238E27FC236}">
                <a16:creationId xmlns:a16="http://schemas.microsoft.com/office/drawing/2014/main" id="{49454D10-ED56-3042-A855-F39816AC3AB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962150" y="3914775"/>
            <a:ext cx="793750" cy="703263"/>
            <a:chOff x="521" y="2115"/>
            <a:chExt cx="408" cy="443"/>
          </a:xfrm>
        </p:grpSpPr>
        <p:sp>
          <p:nvSpPr>
            <p:cNvPr id="19543" name="Line 64">
              <a:extLst>
                <a:ext uri="{FF2B5EF4-FFF2-40B4-BE49-F238E27FC236}">
                  <a16:creationId xmlns:a16="http://schemas.microsoft.com/office/drawing/2014/main" id="{47983833-B876-3640-9A4F-1DCCE92476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2160"/>
              <a:ext cx="18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544" name="Text Box 65">
              <a:extLst>
                <a:ext uri="{FF2B5EF4-FFF2-40B4-BE49-F238E27FC236}">
                  <a16:creationId xmlns:a16="http://schemas.microsoft.com/office/drawing/2014/main" id="{31C72B62-4DFD-B844-9ABF-401FEC45A4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115"/>
              <a:ext cx="363" cy="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n2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s-EC" altLang="es-EC" sz="1600" b="1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154690" name="Freeform 66">
            <a:extLst>
              <a:ext uri="{FF2B5EF4-FFF2-40B4-BE49-F238E27FC236}">
                <a16:creationId xmlns:a16="http://schemas.microsoft.com/office/drawing/2014/main" id="{4B8A673B-E9F0-F44D-A86F-5097ADD8E074}"/>
              </a:ext>
            </a:extLst>
          </p:cNvPr>
          <p:cNvSpPr>
            <a:spLocks/>
          </p:cNvSpPr>
          <p:nvPr/>
        </p:nvSpPr>
        <p:spPr bwMode="auto">
          <a:xfrm>
            <a:off x="690563" y="2390775"/>
            <a:ext cx="1558925" cy="2471738"/>
          </a:xfrm>
          <a:custGeom>
            <a:avLst/>
            <a:gdLst>
              <a:gd name="T0" fmla="*/ 2147483646 w 982"/>
              <a:gd name="T1" fmla="*/ 2147483646 h 1557"/>
              <a:gd name="T2" fmla="*/ 2147483646 w 982"/>
              <a:gd name="T3" fmla="*/ 2147483646 h 1557"/>
              <a:gd name="T4" fmla="*/ 2147483646 w 982"/>
              <a:gd name="T5" fmla="*/ 2147483646 h 1557"/>
              <a:gd name="T6" fmla="*/ 2147483646 w 982"/>
              <a:gd name="T7" fmla="*/ 2147483646 h 1557"/>
              <a:gd name="T8" fmla="*/ 2147483646 w 982"/>
              <a:gd name="T9" fmla="*/ 2147483646 h 1557"/>
              <a:gd name="T10" fmla="*/ 2147483646 w 982"/>
              <a:gd name="T11" fmla="*/ 2147483646 h 1557"/>
              <a:gd name="T12" fmla="*/ 2147483646 w 982"/>
              <a:gd name="T13" fmla="*/ 2147483646 h 1557"/>
              <a:gd name="T14" fmla="*/ 2147483646 w 982"/>
              <a:gd name="T15" fmla="*/ 2147483646 h 1557"/>
              <a:gd name="T16" fmla="*/ 2147483646 w 982"/>
              <a:gd name="T17" fmla="*/ 2147483646 h 1557"/>
              <a:gd name="T18" fmla="*/ 2147483646 w 982"/>
              <a:gd name="T19" fmla="*/ 2147483646 h 1557"/>
              <a:gd name="T20" fmla="*/ 2147483646 w 982"/>
              <a:gd name="T21" fmla="*/ 2147483646 h 155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982" h="1557">
                <a:moveTo>
                  <a:pt x="529" y="98"/>
                </a:moveTo>
                <a:cubicBezTo>
                  <a:pt x="401" y="196"/>
                  <a:pt x="60" y="574"/>
                  <a:pt x="30" y="733"/>
                </a:cubicBezTo>
                <a:cubicBezTo>
                  <a:pt x="0" y="892"/>
                  <a:pt x="249" y="953"/>
                  <a:pt x="347" y="1051"/>
                </a:cubicBezTo>
                <a:cubicBezTo>
                  <a:pt x="445" y="1149"/>
                  <a:pt x="582" y="1248"/>
                  <a:pt x="620" y="1323"/>
                </a:cubicBezTo>
                <a:cubicBezTo>
                  <a:pt x="658" y="1398"/>
                  <a:pt x="521" y="1481"/>
                  <a:pt x="574" y="1504"/>
                </a:cubicBezTo>
                <a:cubicBezTo>
                  <a:pt x="627" y="1527"/>
                  <a:pt x="892" y="1557"/>
                  <a:pt x="937" y="1459"/>
                </a:cubicBezTo>
                <a:cubicBezTo>
                  <a:pt x="982" y="1361"/>
                  <a:pt x="891" y="1013"/>
                  <a:pt x="846" y="915"/>
                </a:cubicBezTo>
                <a:cubicBezTo>
                  <a:pt x="801" y="817"/>
                  <a:pt x="657" y="960"/>
                  <a:pt x="665" y="869"/>
                </a:cubicBezTo>
                <a:cubicBezTo>
                  <a:pt x="673" y="778"/>
                  <a:pt x="869" y="491"/>
                  <a:pt x="892" y="370"/>
                </a:cubicBezTo>
                <a:cubicBezTo>
                  <a:pt x="915" y="249"/>
                  <a:pt x="861" y="189"/>
                  <a:pt x="801" y="144"/>
                </a:cubicBezTo>
                <a:cubicBezTo>
                  <a:pt x="741" y="99"/>
                  <a:pt x="657" y="0"/>
                  <a:pt x="529" y="98"/>
                </a:cubicBezTo>
                <a:close/>
              </a:path>
            </a:pathLst>
          </a:custGeom>
          <a:solidFill>
            <a:srgbClr val="FFFF99">
              <a:alpha val="18039"/>
            </a:srgbClr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4691" name="Text Box 67">
            <a:extLst>
              <a:ext uri="{FF2B5EF4-FFF2-40B4-BE49-F238E27FC236}">
                <a16:creationId xmlns:a16="http://schemas.microsoft.com/office/drawing/2014/main" id="{6FEAE929-ABEC-A14D-94C0-543F70D2B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9075" y="4257675"/>
            <a:ext cx="360363" cy="274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hlink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54692" name="Text Box 68">
            <a:extLst>
              <a:ext uri="{FF2B5EF4-FFF2-40B4-BE49-F238E27FC236}">
                <a16:creationId xmlns:a16="http://schemas.microsoft.com/office/drawing/2014/main" id="{E7182643-298D-514D-A9A0-0E2879117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2813" y="3694113"/>
            <a:ext cx="360362" cy="274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hlink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54693" name="Text Box 69">
            <a:extLst>
              <a:ext uri="{FF2B5EF4-FFF2-40B4-BE49-F238E27FC236}">
                <a16:creationId xmlns:a16="http://schemas.microsoft.com/office/drawing/2014/main" id="{1B240442-7888-234B-8030-85F767BFB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4613" y="3176588"/>
            <a:ext cx="360362" cy="274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>
                <a:solidFill>
                  <a:schemeClr val="hlink"/>
                </a:solidFill>
                <a:latin typeface="Tahoma" panose="020B0604030504040204" pitchFamily="34" charset="0"/>
              </a:rPr>
              <a:t>-2</a:t>
            </a:r>
          </a:p>
        </p:txBody>
      </p:sp>
      <p:sp>
        <p:nvSpPr>
          <p:cNvPr id="154694" name="Freeform 70">
            <a:extLst>
              <a:ext uri="{FF2B5EF4-FFF2-40B4-BE49-F238E27FC236}">
                <a16:creationId xmlns:a16="http://schemas.microsoft.com/office/drawing/2014/main" id="{727D1199-16CE-1E4A-B646-BE76C9816C25}"/>
              </a:ext>
            </a:extLst>
          </p:cNvPr>
          <p:cNvSpPr>
            <a:spLocks/>
          </p:cNvSpPr>
          <p:nvPr/>
        </p:nvSpPr>
        <p:spPr bwMode="auto">
          <a:xfrm>
            <a:off x="6902450" y="2384425"/>
            <a:ext cx="1439863" cy="2232025"/>
          </a:xfrm>
          <a:custGeom>
            <a:avLst/>
            <a:gdLst>
              <a:gd name="T0" fmla="*/ 2147483646 w 982"/>
              <a:gd name="T1" fmla="*/ 2147483646 h 1557"/>
              <a:gd name="T2" fmla="*/ 2147483646 w 982"/>
              <a:gd name="T3" fmla="*/ 2147483646 h 1557"/>
              <a:gd name="T4" fmla="*/ 2147483646 w 982"/>
              <a:gd name="T5" fmla="*/ 2147483646 h 1557"/>
              <a:gd name="T6" fmla="*/ 2147483646 w 982"/>
              <a:gd name="T7" fmla="*/ 2147483646 h 1557"/>
              <a:gd name="T8" fmla="*/ 2147483646 w 982"/>
              <a:gd name="T9" fmla="*/ 2147483646 h 1557"/>
              <a:gd name="T10" fmla="*/ 2147483646 w 982"/>
              <a:gd name="T11" fmla="*/ 2147483646 h 1557"/>
              <a:gd name="T12" fmla="*/ 2147483646 w 982"/>
              <a:gd name="T13" fmla="*/ 2147483646 h 1557"/>
              <a:gd name="T14" fmla="*/ 2147483646 w 982"/>
              <a:gd name="T15" fmla="*/ 2147483646 h 1557"/>
              <a:gd name="T16" fmla="*/ 2147483646 w 982"/>
              <a:gd name="T17" fmla="*/ 2147483646 h 1557"/>
              <a:gd name="T18" fmla="*/ 2147483646 w 982"/>
              <a:gd name="T19" fmla="*/ 2147483646 h 1557"/>
              <a:gd name="T20" fmla="*/ 2147483646 w 982"/>
              <a:gd name="T21" fmla="*/ 2147483646 h 155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982" h="1557">
                <a:moveTo>
                  <a:pt x="529" y="98"/>
                </a:moveTo>
                <a:cubicBezTo>
                  <a:pt x="401" y="196"/>
                  <a:pt x="60" y="574"/>
                  <a:pt x="30" y="733"/>
                </a:cubicBezTo>
                <a:cubicBezTo>
                  <a:pt x="0" y="892"/>
                  <a:pt x="249" y="953"/>
                  <a:pt x="347" y="1051"/>
                </a:cubicBezTo>
                <a:cubicBezTo>
                  <a:pt x="445" y="1149"/>
                  <a:pt x="582" y="1248"/>
                  <a:pt x="620" y="1323"/>
                </a:cubicBezTo>
                <a:cubicBezTo>
                  <a:pt x="658" y="1398"/>
                  <a:pt x="521" y="1481"/>
                  <a:pt x="574" y="1504"/>
                </a:cubicBezTo>
                <a:cubicBezTo>
                  <a:pt x="627" y="1527"/>
                  <a:pt x="892" y="1557"/>
                  <a:pt x="937" y="1459"/>
                </a:cubicBezTo>
                <a:cubicBezTo>
                  <a:pt x="982" y="1361"/>
                  <a:pt x="891" y="1013"/>
                  <a:pt x="846" y="915"/>
                </a:cubicBezTo>
                <a:cubicBezTo>
                  <a:pt x="801" y="817"/>
                  <a:pt x="657" y="960"/>
                  <a:pt x="665" y="869"/>
                </a:cubicBezTo>
                <a:cubicBezTo>
                  <a:pt x="673" y="778"/>
                  <a:pt x="869" y="491"/>
                  <a:pt x="892" y="370"/>
                </a:cubicBezTo>
                <a:cubicBezTo>
                  <a:pt x="915" y="249"/>
                  <a:pt x="861" y="189"/>
                  <a:pt x="801" y="144"/>
                </a:cubicBezTo>
                <a:cubicBezTo>
                  <a:pt x="741" y="99"/>
                  <a:pt x="657" y="0"/>
                  <a:pt x="529" y="98"/>
                </a:cubicBezTo>
                <a:close/>
              </a:path>
            </a:pathLst>
          </a:custGeom>
          <a:solidFill>
            <a:srgbClr val="FFFF99">
              <a:alpha val="18039"/>
            </a:srgbClr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54695" name="Group 71">
            <a:extLst>
              <a:ext uri="{FF2B5EF4-FFF2-40B4-BE49-F238E27FC236}">
                <a16:creationId xmlns:a16="http://schemas.microsoft.com/office/drawing/2014/main" id="{450F8C9D-57D7-EF44-92FE-F2A41E4D0DB6}"/>
              </a:ext>
            </a:extLst>
          </p:cNvPr>
          <p:cNvGrpSpPr>
            <a:grpSpLocks/>
          </p:cNvGrpSpPr>
          <p:nvPr/>
        </p:nvGrpSpPr>
        <p:grpSpPr bwMode="auto">
          <a:xfrm>
            <a:off x="6973888" y="2457450"/>
            <a:ext cx="647700" cy="703263"/>
            <a:chOff x="521" y="2115"/>
            <a:chExt cx="408" cy="443"/>
          </a:xfrm>
        </p:grpSpPr>
        <p:sp>
          <p:nvSpPr>
            <p:cNvPr id="19541" name="Line 72">
              <a:extLst>
                <a:ext uri="{FF2B5EF4-FFF2-40B4-BE49-F238E27FC236}">
                  <a16:creationId xmlns:a16="http://schemas.microsoft.com/office/drawing/2014/main" id="{67476400-E4CD-8F44-B663-FE5838EA53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2160"/>
              <a:ext cx="18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542" name="Text Box 73">
              <a:extLst>
                <a:ext uri="{FF2B5EF4-FFF2-40B4-BE49-F238E27FC236}">
                  <a16:creationId xmlns:a16="http://schemas.microsoft.com/office/drawing/2014/main" id="{B4B2C265-7D7B-794A-9811-72A28E993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115"/>
              <a:ext cx="363" cy="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n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s-EC" altLang="es-EC" sz="1600" b="1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154698" name="Group 74">
            <a:extLst>
              <a:ext uri="{FF2B5EF4-FFF2-40B4-BE49-F238E27FC236}">
                <a16:creationId xmlns:a16="http://schemas.microsoft.com/office/drawing/2014/main" id="{F5EA0531-5612-1B48-A1A4-ED7A52755E77}"/>
              </a:ext>
            </a:extLst>
          </p:cNvPr>
          <p:cNvGrpSpPr>
            <a:grpSpLocks/>
          </p:cNvGrpSpPr>
          <p:nvPr/>
        </p:nvGrpSpPr>
        <p:grpSpPr bwMode="auto">
          <a:xfrm>
            <a:off x="6542088" y="3033713"/>
            <a:ext cx="647700" cy="703262"/>
            <a:chOff x="521" y="2115"/>
            <a:chExt cx="408" cy="443"/>
          </a:xfrm>
        </p:grpSpPr>
        <p:sp>
          <p:nvSpPr>
            <p:cNvPr id="19539" name="Line 75">
              <a:extLst>
                <a:ext uri="{FF2B5EF4-FFF2-40B4-BE49-F238E27FC236}">
                  <a16:creationId xmlns:a16="http://schemas.microsoft.com/office/drawing/2014/main" id="{B3CFBA89-1478-154E-8B89-5D4B03DD45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2160"/>
              <a:ext cx="18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540" name="Text Box 76">
              <a:extLst>
                <a:ext uri="{FF2B5EF4-FFF2-40B4-BE49-F238E27FC236}">
                  <a16:creationId xmlns:a16="http://schemas.microsoft.com/office/drawing/2014/main" id="{60A38800-DD76-3344-B13B-FE1155957C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115"/>
              <a:ext cx="363" cy="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n1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s-EC" altLang="es-EC" sz="1600" b="1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154701" name="Group 77">
            <a:extLst>
              <a:ext uri="{FF2B5EF4-FFF2-40B4-BE49-F238E27FC236}">
                <a16:creationId xmlns:a16="http://schemas.microsoft.com/office/drawing/2014/main" id="{59C2975B-0D65-DF4C-8D04-2B4E264F8EB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97850" y="3608388"/>
            <a:ext cx="793750" cy="703262"/>
            <a:chOff x="521" y="2115"/>
            <a:chExt cx="408" cy="443"/>
          </a:xfrm>
        </p:grpSpPr>
        <p:sp>
          <p:nvSpPr>
            <p:cNvPr id="19537" name="Line 78">
              <a:extLst>
                <a:ext uri="{FF2B5EF4-FFF2-40B4-BE49-F238E27FC236}">
                  <a16:creationId xmlns:a16="http://schemas.microsoft.com/office/drawing/2014/main" id="{A50FE0DA-8367-E542-9C00-C5BE7D4B44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2160"/>
              <a:ext cx="18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538" name="Text Box 79">
              <a:extLst>
                <a:ext uri="{FF2B5EF4-FFF2-40B4-BE49-F238E27FC236}">
                  <a16:creationId xmlns:a16="http://schemas.microsoft.com/office/drawing/2014/main" id="{2A0A56F0-96BE-9740-B214-EA39D97E9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115"/>
              <a:ext cx="363" cy="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600" b="1">
                  <a:solidFill>
                    <a:schemeClr val="tx1"/>
                  </a:solidFill>
                  <a:latin typeface="Tahoma" panose="020B0604030504040204" pitchFamily="34" charset="0"/>
                </a:rPr>
                <a:t>n2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s-EC" altLang="es-EC" sz="1600" b="1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154705" name="Rectangle 81">
            <a:extLst>
              <a:ext uri="{FF2B5EF4-FFF2-40B4-BE49-F238E27FC236}">
                <a16:creationId xmlns:a16="http://schemas.microsoft.com/office/drawing/2014/main" id="{E4330412-1372-A949-8FB9-A0507056D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2492375"/>
            <a:ext cx="2233612" cy="2592388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EC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154738" name="Group 114">
            <a:extLst>
              <a:ext uri="{FF2B5EF4-FFF2-40B4-BE49-F238E27FC236}">
                <a16:creationId xmlns:a16="http://schemas.microsoft.com/office/drawing/2014/main" id="{738CA268-0331-984C-837F-38EA8F29BBF6}"/>
              </a:ext>
            </a:extLst>
          </p:cNvPr>
          <p:cNvGrpSpPr>
            <a:grpSpLocks/>
          </p:cNvGrpSpPr>
          <p:nvPr/>
        </p:nvGrpSpPr>
        <p:grpSpPr bwMode="auto">
          <a:xfrm>
            <a:off x="2065338" y="5024438"/>
            <a:ext cx="2460625" cy="1833562"/>
            <a:chOff x="1301" y="3165"/>
            <a:chExt cx="1550" cy="1155"/>
          </a:xfrm>
        </p:grpSpPr>
        <p:grpSp>
          <p:nvGrpSpPr>
            <p:cNvPr id="19513" name="Group 113">
              <a:extLst>
                <a:ext uri="{FF2B5EF4-FFF2-40B4-BE49-F238E27FC236}">
                  <a16:creationId xmlns:a16="http://schemas.microsoft.com/office/drawing/2014/main" id="{D8E9ADF7-79E4-4741-A8BD-379DAE4571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1" y="3165"/>
              <a:ext cx="1189" cy="1155"/>
              <a:chOff x="1301" y="3165"/>
              <a:chExt cx="1189" cy="1155"/>
            </a:xfrm>
          </p:grpSpPr>
          <p:grpSp>
            <p:nvGrpSpPr>
              <p:cNvPr id="19518" name="Group 84">
                <a:extLst>
                  <a:ext uri="{FF2B5EF4-FFF2-40B4-BE49-F238E27FC236}">
                    <a16:creationId xmlns:a16="http://schemas.microsoft.com/office/drawing/2014/main" id="{62B2F041-FEB0-6C4C-A37A-52BEB4238D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19" y="3313"/>
                <a:ext cx="371" cy="611"/>
                <a:chOff x="1452" y="2671"/>
                <a:chExt cx="371" cy="611"/>
              </a:xfrm>
            </p:grpSpPr>
            <p:sp>
              <p:nvSpPr>
                <p:cNvPr id="19534" name="Oval 85">
                  <a:extLst>
                    <a:ext uri="{FF2B5EF4-FFF2-40B4-BE49-F238E27FC236}">
                      <a16:creationId xmlns:a16="http://schemas.microsoft.com/office/drawing/2014/main" id="{01D8C076-2700-D245-8F8A-CB5B05962E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3" y="2802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s-ES" altLang="es-EC" sz="18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18</a:t>
                  </a:r>
                  <a:endParaRPr lang="es-EC" altLang="es-EC" sz="1800">
                    <a:solidFill>
                      <a:schemeClr val="tx1"/>
                    </a:solidFill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19535" name="AutoShape 86">
                  <a:extLst>
                    <a:ext uri="{FF2B5EF4-FFF2-40B4-BE49-F238E27FC236}">
                      <a16:creationId xmlns:a16="http://schemas.microsoft.com/office/drawing/2014/main" id="{7B11DD6C-DCBD-CC46-ACD0-4DE3097EEA67}"/>
                    </a:ext>
                  </a:extLst>
                </p:cNvPr>
                <p:cNvCxnSpPr>
                  <a:cxnSpLocks noChangeShapeType="1"/>
                  <a:endCxn id="19534" idx="1"/>
                </p:cNvCxnSpPr>
                <p:nvPr/>
              </p:nvCxnSpPr>
              <p:spPr bwMode="auto">
                <a:xfrm>
                  <a:off x="1452" y="2671"/>
                  <a:ext cx="166" cy="166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9536" name="Text Box 87">
                  <a:extLst>
                    <a:ext uri="{FF2B5EF4-FFF2-40B4-BE49-F238E27FC236}">
                      <a16:creationId xmlns:a16="http://schemas.microsoft.com/office/drawing/2014/main" id="{914F3C22-761D-0146-91DD-8B4EF36D1BA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31" y="3109"/>
                  <a:ext cx="144" cy="17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s-ES" altLang="es-EC" sz="12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1</a:t>
                  </a:r>
                </a:p>
              </p:txBody>
            </p:sp>
          </p:grpSp>
          <p:grpSp>
            <p:nvGrpSpPr>
              <p:cNvPr id="19519" name="Group 88">
                <a:extLst>
                  <a:ext uri="{FF2B5EF4-FFF2-40B4-BE49-F238E27FC236}">
                    <a16:creationId xmlns:a16="http://schemas.microsoft.com/office/drawing/2014/main" id="{A329D7C0-BE78-CE4E-8E52-A5A023B5E9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01" y="3711"/>
                <a:ext cx="323" cy="592"/>
                <a:chOff x="623" y="2482"/>
                <a:chExt cx="323" cy="592"/>
              </a:xfrm>
            </p:grpSpPr>
            <p:sp>
              <p:nvSpPr>
                <p:cNvPr id="19531" name="Oval 89">
                  <a:extLst>
                    <a:ext uri="{FF2B5EF4-FFF2-40B4-BE49-F238E27FC236}">
                      <a16:creationId xmlns:a16="http://schemas.microsoft.com/office/drawing/2014/main" id="{B777A703-9E5A-2F47-B0D9-A52A7656CF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3" y="2613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s-ES" altLang="es-EC" sz="18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9</a:t>
                  </a:r>
                  <a:endParaRPr lang="es-EC" altLang="es-EC" sz="1800">
                    <a:solidFill>
                      <a:schemeClr val="tx1"/>
                    </a:solidFill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19532" name="AutoShape 90">
                  <a:extLst>
                    <a:ext uri="{FF2B5EF4-FFF2-40B4-BE49-F238E27FC236}">
                      <a16:creationId xmlns:a16="http://schemas.microsoft.com/office/drawing/2014/main" id="{AA415029-FE5D-A243-8E13-3D08D5FA2A26}"/>
                    </a:ext>
                  </a:extLst>
                </p:cNvPr>
                <p:cNvCxnSpPr>
                  <a:cxnSpLocks noChangeShapeType="1"/>
                  <a:endCxn id="19531" idx="7"/>
                </p:cNvCxnSpPr>
                <p:nvPr/>
              </p:nvCxnSpPr>
              <p:spPr bwMode="auto">
                <a:xfrm flipH="1">
                  <a:off x="828" y="2482"/>
                  <a:ext cx="118" cy="166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9533" name="Text Box 91">
                  <a:extLst>
                    <a:ext uri="{FF2B5EF4-FFF2-40B4-BE49-F238E27FC236}">
                      <a16:creationId xmlns:a16="http://schemas.microsoft.com/office/drawing/2014/main" id="{3E9F9CEF-6829-B348-9F63-25D4159B7EB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1" y="2901"/>
                  <a:ext cx="144" cy="17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s-ES" altLang="es-EC" sz="12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0</a:t>
                  </a:r>
                </a:p>
              </p:txBody>
            </p:sp>
          </p:grpSp>
          <p:grpSp>
            <p:nvGrpSpPr>
              <p:cNvPr id="19520" name="Group 112">
                <a:extLst>
                  <a:ext uri="{FF2B5EF4-FFF2-40B4-BE49-F238E27FC236}">
                    <a16:creationId xmlns:a16="http://schemas.microsoft.com/office/drawing/2014/main" id="{177803F8-E119-F940-A163-62F63898B3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3" y="3709"/>
                <a:ext cx="371" cy="611"/>
                <a:chOff x="1823" y="3709"/>
                <a:chExt cx="371" cy="611"/>
              </a:xfrm>
            </p:grpSpPr>
            <p:sp>
              <p:nvSpPr>
                <p:cNvPr id="19528" name="Oval 93">
                  <a:extLst>
                    <a:ext uri="{FF2B5EF4-FFF2-40B4-BE49-F238E27FC236}">
                      <a16:creationId xmlns:a16="http://schemas.microsoft.com/office/drawing/2014/main" id="{A73F0A5D-692A-BC4B-8AF9-D218529A26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54" y="3840"/>
                  <a:ext cx="240" cy="240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s-ES" altLang="es-EC" sz="18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15</a:t>
                  </a:r>
                  <a:endParaRPr lang="es-EC" altLang="es-EC" sz="1800">
                    <a:solidFill>
                      <a:schemeClr val="tx1"/>
                    </a:solidFill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19529" name="AutoShape 94">
                  <a:extLst>
                    <a:ext uri="{FF2B5EF4-FFF2-40B4-BE49-F238E27FC236}">
                      <a16:creationId xmlns:a16="http://schemas.microsoft.com/office/drawing/2014/main" id="{4A3DDF3B-AAD8-7E47-A083-FAB0B55BF2E5}"/>
                    </a:ext>
                  </a:extLst>
                </p:cNvPr>
                <p:cNvCxnSpPr>
                  <a:cxnSpLocks noChangeShapeType="1"/>
                  <a:endCxn id="19528" idx="1"/>
                </p:cNvCxnSpPr>
                <p:nvPr/>
              </p:nvCxnSpPr>
              <p:spPr bwMode="auto">
                <a:xfrm>
                  <a:off x="1823" y="3709"/>
                  <a:ext cx="166" cy="166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9530" name="Text Box 95">
                  <a:extLst>
                    <a:ext uri="{FF2B5EF4-FFF2-40B4-BE49-F238E27FC236}">
                      <a16:creationId xmlns:a16="http://schemas.microsoft.com/office/drawing/2014/main" id="{4887CEB8-7BE9-8B4F-9ADE-59CF93F62B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02" y="4147"/>
                  <a:ext cx="144" cy="17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s-ES" altLang="es-EC" sz="12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0</a:t>
                  </a:r>
                </a:p>
              </p:txBody>
            </p:sp>
          </p:grpSp>
          <p:grpSp>
            <p:nvGrpSpPr>
              <p:cNvPr id="19521" name="Group 96">
                <a:extLst>
                  <a:ext uri="{FF2B5EF4-FFF2-40B4-BE49-F238E27FC236}">
                    <a16:creationId xmlns:a16="http://schemas.microsoft.com/office/drawing/2014/main" id="{12C6C7EB-15A4-A74F-A65A-794827FFAD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69" y="3165"/>
                <a:ext cx="272" cy="490"/>
                <a:chOff x="1202" y="2523"/>
                <a:chExt cx="272" cy="490"/>
              </a:xfrm>
            </p:grpSpPr>
            <p:sp>
              <p:nvSpPr>
                <p:cNvPr id="19526" name="Oval 97">
                  <a:extLst>
                    <a:ext uri="{FF2B5EF4-FFF2-40B4-BE49-F238E27FC236}">
                      <a16:creationId xmlns:a16="http://schemas.microsoft.com/office/drawing/2014/main" id="{737869E1-FDA7-2C40-A804-089BBCAA86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8" y="2523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s-ES" altLang="es-EC" sz="18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17</a:t>
                  </a:r>
                  <a:endParaRPr lang="es-EC" altLang="es-EC" sz="1800">
                    <a:solidFill>
                      <a:schemeClr val="tx1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527" name="Text Box 98">
                  <a:extLst>
                    <a:ext uri="{FF2B5EF4-FFF2-40B4-BE49-F238E27FC236}">
                      <a16:creationId xmlns:a16="http://schemas.microsoft.com/office/drawing/2014/main" id="{6296AB67-C105-0142-B2EC-F2FAAD05CD7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02" y="2840"/>
                  <a:ext cx="272" cy="17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s-ES" altLang="es-EC" sz="12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0</a:t>
                  </a:r>
                </a:p>
              </p:txBody>
            </p:sp>
          </p:grpSp>
          <p:grpSp>
            <p:nvGrpSpPr>
              <p:cNvPr id="19522" name="Group 99">
                <a:extLst>
                  <a:ext uri="{FF2B5EF4-FFF2-40B4-BE49-F238E27FC236}">
                    <a16:creationId xmlns:a16="http://schemas.microsoft.com/office/drawing/2014/main" id="{9E5877E4-C167-854B-A944-21D21B2CAF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7" y="3370"/>
                <a:ext cx="323" cy="603"/>
                <a:chOff x="930" y="2728"/>
                <a:chExt cx="323" cy="603"/>
              </a:xfrm>
            </p:grpSpPr>
            <p:sp>
              <p:nvSpPr>
                <p:cNvPr id="19523" name="Oval 100">
                  <a:extLst>
                    <a:ext uri="{FF2B5EF4-FFF2-40B4-BE49-F238E27FC236}">
                      <a16:creationId xmlns:a16="http://schemas.microsoft.com/office/drawing/2014/main" id="{442BBB64-D9F9-3147-A96B-328A087524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0" y="2859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s-ES" altLang="es-EC" sz="18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12</a:t>
                  </a:r>
                  <a:endParaRPr lang="es-EC" altLang="es-EC" sz="1800">
                    <a:solidFill>
                      <a:schemeClr val="tx1"/>
                    </a:solidFill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19524" name="AutoShape 101">
                  <a:extLst>
                    <a:ext uri="{FF2B5EF4-FFF2-40B4-BE49-F238E27FC236}">
                      <a16:creationId xmlns:a16="http://schemas.microsoft.com/office/drawing/2014/main" id="{F22D00CB-4E84-074B-980D-85D8B2704EB5}"/>
                    </a:ext>
                  </a:extLst>
                </p:cNvPr>
                <p:cNvCxnSpPr>
                  <a:cxnSpLocks noChangeShapeType="1"/>
                  <a:stCxn id="19526" idx="3"/>
                  <a:endCxn id="19523" idx="7"/>
                </p:cNvCxnSpPr>
                <p:nvPr/>
              </p:nvCxnSpPr>
              <p:spPr bwMode="auto">
                <a:xfrm flipH="1">
                  <a:off x="1135" y="2728"/>
                  <a:ext cx="118" cy="166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9525" name="Text Box 102">
                  <a:extLst>
                    <a:ext uri="{FF2B5EF4-FFF2-40B4-BE49-F238E27FC236}">
                      <a16:creationId xmlns:a16="http://schemas.microsoft.com/office/drawing/2014/main" id="{AD380A8E-99DF-114A-95D0-18E3444BD4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75" y="3158"/>
                  <a:ext cx="227" cy="17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s-ES" altLang="es-EC" sz="12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0</a:t>
                  </a:r>
                </a:p>
              </p:txBody>
            </p:sp>
          </p:grpSp>
        </p:grpSp>
        <p:grpSp>
          <p:nvGrpSpPr>
            <p:cNvPr id="19514" name="Group 103">
              <a:extLst>
                <a:ext uri="{FF2B5EF4-FFF2-40B4-BE49-F238E27FC236}">
                  <a16:creationId xmlns:a16="http://schemas.microsoft.com/office/drawing/2014/main" id="{E6751239-AB91-FF42-84B5-C154050B10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0" y="3618"/>
              <a:ext cx="371" cy="611"/>
              <a:chOff x="1452" y="2671"/>
              <a:chExt cx="371" cy="611"/>
            </a:xfrm>
          </p:grpSpPr>
          <p:sp>
            <p:nvSpPr>
              <p:cNvPr id="19515" name="Oval 104">
                <a:extLst>
                  <a:ext uri="{FF2B5EF4-FFF2-40B4-BE49-F238E27FC236}">
                    <a16:creationId xmlns:a16="http://schemas.microsoft.com/office/drawing/2014/main" id="{54043E5C-2BD8-A848-8686-39076DCD70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3" y="280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25</a:t>
                </a:r>
                <a:endParaRPr lang="es-EC" altLang="es-EC" sz="180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  <p:cxnSp>
            <p:nvCxnSpPr>
              <p:cNvPr id="19516" name="AutoShape 105">
                <a:extLst>
                  <a:ext uri="{FF2B5EF4-FFF2-40B4-BE49-F238E27FC236}">
                    <a16:creationId xmlns:a16="http://schemas.microsoft.com/office/drawing/2014/main" id="{01B80331-F5D9-C044-9687-29BBE51B9FA8}"/>
                  </a:ext>
                </a:extLst>
              </p:cNvPr>
              <p:cNvCxnSpPr>
                <a:cxnSpLocks noChangeShapeType="1"/>
                <a:endCxn id="19515" idx="1"/>
              </p:cNvCxnSpPr>
              <p:nvPr/>
            </p:nvCxnSpPr>
            <p:spPr bwMode="auto">
              <a:xfrm>
                <a:off x="1452" y="2671"/>
                <a:ext cx="166" cy="16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9517" name="Text Box 106">
                <a:extLst>
                  <a:ext uri="{FF2B5EF4-FFF2-40B4-BE49-F238E27FC236}">
                    <a16:creationId xmlns:a16="http://schemas.microsoft.com/office/drawing/2014/main" id="{5F91BF2C-B4C1-4245-A09B-9DBBB452BB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1" y="3109"/>
                <a:ext cx="144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</p:grpSp>
      <p:sp>
        <p:nvSpPr>
          <p:cNvPr id="154733" name="Freeform 109">
            <a:extLst>
              <a:ext uri="{FF2B5EF4-FFF2-40B4-BE49-F238E27FC236}">
                <a16:creationId xmlns:a16="http://schemas.microsoft.com/office/drawing/2014/main" id="{2F0320DB-F882-124D-8E87-3B0A4A97A01F}"/>
              </a:ext>
            </a:extLst>
          </p:cNvPr>
          <p:cNvSpPr>
            <a:spLocks/>
          </p:cNvSpPr>
          <p:nvPr/>
        </p:nvSpPr>
        <p:spPr bwMode="auto">
          <a:xfrm>
            <a:off x="2268538" y="4676775"/>
            <a:ext cx="1943100" cy="1631950"/>
          </a:xfrm>
          <a:custGeom>
            <a:avLst/>
            <a:gdLst>
              <a:gd name="T0" fmla="*/ 2147483646 w 1278"/>
              <a:gd name="T1" fmla="*/ 2147483646 h 1074"/>
              <a:gd name="T2" fmla="*/ 2147483646 w 1278"/>
              <a:gd name="T3" fmla="*/ 2147483646 h 1074"/>
              <a:gd name="T4" fmla="*/ 2147483646 w 1278"/>
              <a:gd name="T5" fmla="*/ 2147483646 h 1074"/>
              <a:gd name="T6" fmla="*/ 2147483646 w 1278"/>
              <a:gd name="T7" fmla="*/ 2147483646 h 1074"/>
              <a:gd name="T8" fmla="*/ 2147483646 w 1278"/>
              <a:gd name="T9" fmla="*/ 2147483646 h 1074"/>
              <a:gd name="T10" fmla="*/ 2147483646 w 1278"/>
              <a:gd name="T11" fmla="*/ 2147483646 h 1074"/>
              <a:gd name="T12" fmla="*/ 2147483646 w 1278"/>
              <a:gd name="T13" fmla="*/ 2147483646 h 1074"/>
              <a:gd name="T14" fmla="*/ 2147483646 w 1278"/>
              <a:gd name="T15" fmla="*/ 2147483646 h 1074"/>
              <a:gd name="T16" fmla="*/ 2147483646 w 1278"/>
              <a:gd name="T17" fmla="*/ 2147483646 h 1074"/>
              <a:gd name="T18" fmla="*/ 2147483646 w 1278"/>
              <a:gd name="T19" fmla="*/ 2147483646 h 107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78" h="1074">
                <a:moveTo>
                  <a:pt x="53" y="718"/>
                </a:moveTo>
                <a:cubicBezTo>
                  <a:pt x="0" y="884"/>
                  <a:pt x="167" y="998"/>
                  <a:pt x="235" y="1036"/>
                </a:cubicBezTo>
                <a:cubicBezTo>
                  <a:pt x="303" y="1074"/>
                  <a:pt x="402" y="975"/>
                  <a:pt x="462" y="945"/>
                </a:cubicBezTo>
                <a:cubicBezTo>
                  <a:pt x="522" y="915"/>
                  <a:pt x="530" y="861"/>
                  <a:pt x="598" y="854"/>
                </a:cubicBezTo>
                <a:cubicBezTo>
                  <a:pt x="666" y="847"/>
                  <a:pt x="832" y="877"/>
                  <a:pt x="870" y="900"/>
                </a:cubicBezTo>
                <a:cubicBezTo>
                  <a:pt x="908" y="923"/>
                  <a:pt x="787" y="975"/>
                  <a:pt x="825" y="990"/>
                </a:cubicBezTo>
                <a:cubicBezTo>
                  <a:pt x="863" y="1005"/>
                  <a:pt x="1037" y="1073"/>
                  <a:pt x="1097" y="990"/>
                </a:cubicBezTo>
                <a:cubicBezTo>
                  <a:pt x="1157" y="907"/>
                  <a:pt x="1278" y="650"/>
                  <a:pt x="1187" y="491"/>
                </a:cubicBezTo>
                <a:cubicBezTo>
                  <a:pt x="1096" y="332"/>
                  <a:pt x="748" y="0"/>
                  <a:pt x="552" y="38"/>
                </a:cubicBezTo>
                <a:cubicBezTo>
                  <a:pt x="356" y="76"/>
                  <a:pt x="106" y="552"/>
                  <a:pt x="53" y="718"/>
                </a:cubicBezTo>
                <a:close/>
              </a:path>
            </a:pathLst>
          </a:custGeom>
          <a:solidFill>
            <a:srgbClr val="FFFF99">
              <a:alpha val="14902"/>
            </a:srgbClr>
          </a:solidFill>
          <a:ln w="9525" cap="flat" cmpd="sng">
            <a:solidFill>
              <a:srgbClr val="FFFF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4734" name="AutoShape 110">
            <a:extLst>
              <a:ext uri="{FF2B5EF4-FFF2-40B4-BE49-F238E27FC236}">
                <a16:creationId xmlns:a16="http://schemas.microsoft.com/office/drawing/2014/main" id="{3994FFCD-3867-B247-B77E-76C58E3B9E9E}"/>
              </a:ext>
            </a:extLst>
          </p:cNvPr>
          <p:cNvSpPr>
            <a:spLocks/>
          </p:cNvSpPr>
          <p:nvPr/>
        </p:nvSpPr>
        <p:spPr bwMode="auto">
          <a:xfrm>
            <a:off x="2843213" y="2924175"/>
            <a:ext cx="1292225" cy="1512888"/>
          </a:xfrm>
          <a:prstGeom prst="borderCallout2">
            <a:avLst>
              <a:gd name="adj1" fmla="val 7556"/>
              <a:gd name="adj2" fmla="val -5898"/>
              <a:gd name="adj3" fmla="val 7556"/>
              <a:gd name="adj4" fmla="val -5898"/>
              <a:gd name="adj5" fmla="val 72088"/>
              <a:gd name="adj6" fmla="val -66463"/>
            </a:avLst>
          </a:prstGeom>
          <a:solidFill>
            <a:srgbClr val="FF99CC">
              <a:alpha val="3803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Si el f.e. de n2 es -1, al rotar: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n-&gt;fe = 1,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n1-&gt;fe = n2-&gt;fe = 0</a:t>
            </a:r>
            <a:endParaRPr lang="es-EC" altLang="es-EC" sz="16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154776" name="Group 152">
            <a:extLst>
              <a:ext uri="{FF2B5EF4-FFF2-40B4-BE49-F238E27FC236}">
                <a16:creationId xmlns:a16="http://schemas.microsoft.com/office/drawing/2014/main" id="{14222C78-96D4-174A-B241-3DDB23A226B9}"/>
              </a:ext>
            </a:extLst>
          </p:cNvPr>
          <p:cNvGrpSpPr>
            <a:grpSpLocks/>
          </p:cNvGrpSpPr>
          <p:nvPr/>
        </p:nvGrpSpPr>
        <p:grpSpPr bwMode="auto">
          <a:xfrm>
            <a:off x="5175250" y="5024438"/>
            <a:ext cx="2460625" cy="1806575"/>
            <a:chOff x="3260" y="3165"/>
            <a:chExt cx="1550" cy="1138"/>
          </a:xfrm>
        </p:grpSpPr>
        <p:grpSp>
          <p:nvGrpSpPr>
            <p:cNvPr id="19489" name="Group 145">
              <a:extLst>
                <a:ext uri="{FF2B5EF4-FFF2-40B4-BE49-F238E27FC236}">
                  <a16:creationId xmlns:a16="http://schemas.microsoft.com/office/drawing/2014/main" id="{C7130EC2-3708-5E45-8B79-21EDBC1625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0" y="3165"/>
              <a:ext cx="1550" cy="1138"/>
              <a:chOff x="3260" y="3165"/>
              <a:chExt cx="1550" cy="1138"/>
            </a:xfrm>
          </p:grpSpPr>
          <p:grpSp>
            <p:nvGrpSpPr>
              <p:cNvPr id="19493" name="Group 144">
                <a:extLst>
                  <a:ext uri="{FF2B5EF4-FFF2-40B4-BE49-F238E27FC236}">
                    <a16:creationId xmlns:a16="http://schemas.microsoft.com/office/drawing/2014/main" id="{B5513BF7-730E-2C44-8EB5-77041D6281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0" y="3165"/>
                <a:ext cx="1189" cy="1138"/>
                <a:chOff x="3260" y="3165"/>
                <a:chExt cx="1189" cy="1138"/>
              </a:xfrm>
            </p:grpSpPr>
            <p:grpSp>
              <p:nvGrpSpPr>
                <p:cNvPr id="19498" name="Group 117">
                  <a:extLst>
                    <a:ext uri="{FF2B5EF4-FFF2-40B4-BE49-F238E27FC236}">
                      <a16:creationId xmlns:a16="http://schemas.microsoft.com/office/drawing/2014/main" id="{74EF2EBD-9D7E-4B43-9C9A-297A51B6B69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78" y="3313"/>
                  <a:ext cx="371" cy="611"/>
                  <a:chOff x="1452" y="2671"/>
                  <a:chExt cx="371" cy="611"/>
                </a:xfrm>
              </p:grpSpPr>
              <p:sp>
                <p:nvSpPr>
                  <p:cNvPr id="19510" name="Oval 118">
                    <a:extLst>
                      <a:ext uri="{FF2B5EF4-FFF2-40B4-BE49-F238E27FC236}">
                        <a16:creationId xmlns:a16="http://schemas.microsoft.com/office/drawing/2014/main" id="{D57A0CF5-382A-EB48-A0D6-2A96004F3F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83" y="280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itchFamily="2" charset="2"/>
                      <a:buChar char=""/>
                      <a:defRPr sz="32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66FF"/>
                      </a:buClr>
                      <a:buSzPct val="80000"/>
                      <a:buFont typeface="Wingdings" pitchFamily="2" charset="2"/>
                      <a:buChar char=""/>
                      <a:defRPr sz="28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"/>
                      <a:defRPr sz="24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CCFF"/>
                      </a:buClr>
                      <a:buSzPct val="80000"/>
                      <a:buFont typeface="Wingdings" pitchFamily="2" charset="2"/>
                      <a:buChar char=""/>
                      <a:defRPr sz="20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s-ES" altLang="es-EC" sz="1800">
                        <a:solidFill>
                          <a:schemeClr val="tx1"/>
                        </a:solidFill>
                        <a:latin typeface="Tahoma" panose="020B0604030504040204" pitchFamily="34" charset="0"/>
                      </a:rPr>
                      <a:t>18</a:t>
                    </a:r>
                    <a:endParaRPr lang="es-EC" altLang="es-EC" sz="1800">
                      <a:solidFill>
                        <a:schemeClr val="tx1"/>
                      </a:solidFill>
                      <a:latin typeface="Tahoma" panose="020B0604030504040204" pitchFamily="34" charset="0"/>
                    </a:endParaRPr>
                  </a:p>
                </p:txBody>
              </p:sp>
              <p:cxnSp>
                <p:nvCxnSpPr>
                  <p:cNvPr id="19511" name="AutoShape 119">
                    <a:extLst>
                      <a:ext uri="{FF2B5EF4-FFF2-40B4-BE49-F238E27FC236}">
                        <a16:creationId xmlns:a16="http://schemas.microsoft.com/office/drawing/2014/main" id="{52A11214-D643-F743-B98E-909868C8528A}"/>
                      </a:ext>
                    </a:extLst>
                  </p:cNvPr>
                  <p:cNvCxnSpPr>
                    <a:cxnSpLocks noChangeShapeType="1"/>
                    <a:endCxn id="19510" idx="1"/>
                  </p:cNvCxnSpPr>
                  <p:nvPr/>
                </p:nvCxnSpPr>
                <p:spPr bwMode="auto">
                  <a:xfrm>
                    <a:off x="1452" y="2671"/>
                    <a:ext cx="166" cy="166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sp>
                <p:nvSpPr>
                  <p:cNvPr id="19512" name="Text Box 120">
                    <a:extLst>
                      <a:ext uri="{FF2B5EF4-FFF2-40B4-BE49-F238E27FC236}">
                        <a16:creationId xmlns:a16="http://schemas.microsoft.com/office/drawing/2014/main" id="{40D8643A-904D-4749-9C89-65A4E27CE44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31" y="3109"/>
                    <a:ext cx="144" cy="17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itchFamily="2" charset="2"/>
                      <a:buChar char=""/>
                      <a:defRPr sz="32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66FF"/>
                      </a:buClr>
                      <a:buSzPct val="80000"/>
                      <a:buFont typeface="Wingdings" pitchFamily="2" charset="2"/>
                      <a:buChar char=""/>
                      <a:defRPr sz="28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"/>
                      <a:defRPr sz="24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CCFF"/>
                      </a:buClr>
                      <a:buSzPct val="80000"/>
                      <a:buFont typeface="Wingdings" pitchFamily="2" charset="2"/>
                      <a:buChar char=""/>
                      <a:defRPr sz="20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s-ES" altLang="es-EC" sz="1200">
                        <a:solidFill>
                          <a:schemeClr val="tx1"/>
                        </a:solidFill>
                        <a:latin typeface="Tahoma" panose="020B0604030504040204" pitchFamily="34" charset="0"/>
                      </a:rPr>
                      <a:t>0</a:t>
                    </a:r>
                  </a:p>
                </p:txBody>
              </p:sp>
            </p:grpSp>
            <p:grpSp>
              <p:nvGrpSpPr>
                <p:cNvPr id="19499" name="Group 121">
                  <a:extLst>
                    <a:ext uri="{FF2B5EF4-FFF2-40B4-BE49-F238E27FC236}">
                      <a16:creationId xmlns:a16="http://schemas.microsoft.com/office/drawing/2014/main" id="{17FD7B7B-C794-E243-8A02-76E078E94A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60" y="3711"/>
                  <a:ext cx="323" cy="592"/>
                  <a:chOff x="623" y="2482"/>
                  <a:chExt cx="323" cy="592"/>
                </a:xfrm>
              </p:grpSpPr>
              <p:sp>
                <p:nvSpPr>
                  <p:cNvPr id="19507" name="Oval 122">
                    <a:extLst>
                      <a:ext uri="{FF2B5EF4-FFF2-40B4-BE49-F238E27FC236}">
                        <a16:creationId xmlns:a16="http://schemas.microsoft.com/office/drawing/2014/main" id="{B93F891B-CF54-0642-BCA3-3B6CF25CA2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3" y="2613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itchFamily="2" charset="2"/>
                      <a:buChar char=""/>
                      <a:defRPr sz="32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66FF"/>
                      </a:buClr>
                      <a:buSzPct val="80000"/>
                      <a:buFont typeface="Wingdings" pitchFamily="2" charset="2"/>
                      <a:buChar char=""/>
                      <a:defRPr sz="28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"/>
                      <a:defRPr sz="24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CCFF"/>
                      </a:buClr>
                      <a:buSzPct val="80000"/>
                      <a:buFont typeface="Wingdings" pitchFamily="2" charset="2"/>
                      <a:buChar char=""/>
                      <a:defRPr sz="20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s-ES" altLang="es-EC" sz="1800">
                        <a:solidFill>
                          <a:schemeClr val="tx1"/>
                        </a:solidFill>
                        <a:latin typeface="Tahoma" panose="020B0604030504040204" pitchFamily="34" charset="0"/>
                      </a:rPr>
                      <a:t>9</a:t>
                    </a:r>
                    <a:endParaRPr lang="es-EC" altLang="es-EC" sz="1800">
                      <a:solidFill>
                        <a:schemeClr val="tx1"/>
                      </a:solidFill>
                      <a:latin typeface="Tahoma" panose="020B0604030504040204" pitchFamily="34" charset="0"/>
                    </a:endParaRPr>
                  </a:p>
                </p:txBody>
              </p:sp>
              <p:cxnSp>
                <p:nvCxnSpPr>
                  <p:cNvPr id="19508" name="AutoShape 123">
                    <a:extLst>
                      <a:ext uri="{FF2B5EF4-FFF2-40B4-BE49-F238E27FC236}">
                        <a16:creationId xmlns:a16="http://schemas.microsoft.com/office/drawing/2014/main" id="{88D61F5B-3D32-174B-8F7D-752A1E81EBDD}"/>
                      </a:ext>
                    </a:extLst>
                  </p:cNvPr>
                  <p:cNvCxnSpPr>
                    <a:cxnSpLocks noChangeShapeType="1"/>
                    <a:endCxn id="19507" idx="7"/>
                  </p:cNvCxnSpPr>
                  <p:nvPr/>
                </p:nvCxnSpPr>
                <p:spPr bwMode="auto">
                  <a:xfrm flipH="1">
                    <a:off x="828" y="2482"/>
                    <a:ext cx="118" cy="166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sp>
                <p:nvSpPr>
                  <p:cNvPr id="19509" name="Text Box 124">
                    <a:extLst>
                      <a:ext uri="{FF2B5EF4-FFF2-40B4-BE49-F238E27FC236}">
                        <a16:creationId xmlns:a16="http://schemas.microsoft.com/office/drawing/2014/main" id="{EC165F38-DD1D-1F46-A2CD-8558C0E3BD9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1" y="2901"/>
                    <a:ext cx="144" cy="17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itchFamily="2" charset="2"/>
                      <a:buChar char=""/>
                      <a:defRPr sz="32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66FF"/>
                      </a:buClr>
                      <a:buSzPct val="80000"/>
                      <a:buFont typeface="Wingdings" pitchFamily="2" charset="2"/>
                      <a:buChar char=""/>
                      <a:defRPr sz="28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"/>
                      <a:defRPr sz="24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CCFF"/>
                      </a:buClr>
                      <a:buSzPct val="80000"/>
                      <a:buFont typeface="Wingdings" pitchFamily="2" charset="2"/>
                      <a:buChar char=""/>
                      <a:defRPr sz="20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s-ES" altLang="es-EC" sz="1200">
                        <a:solidFill>
                          <a:schemeClr val="tx1"/>
                        </a:solidFill>
                        <a:latin typeface="Tahoma" panose="020B0604030504040204" pitchFamily="34" charset="0"/>
                      </a:rPr>
                      <a:t>0</a:t>
                    </a:r>
                  </a:p>
                </p:txBody>
              </p:sp>
            </p:grpSp>
            <p:grpSp>
              <p:nvGrpSpPr>
                <p:cNvPr id="19500" name="Group 129">
                  <a:extLst>
                    <a:ext uri="{FF2B5EF4-FFF2-40B4-BE49-F238E27FC236}">
                      <a16:creationId xmlns:a16="http://schemas.microsoft.com/office/drawing/2014/main" id="{DD578D2A-7CC9-1D43-94AE-5D908322217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28" y="3165"/>
                  <a:ext cx="272" cy="490"/>
                  <a:chOff x="1202" y="2523"/>
                  <a:chExt cx="272" cy="490"/>
                </a:xfrm>
              </p:grpSpPr>
              <p:sp>
                <p:nvSpPr>
                  <p:cNvPr id="19505" name="Oval 130">
                    <a:extLst>
                      <a:ext uri="{FF2B5EF4-FFF2-40B4-BE49-F238E27FC236}">
                        <a16:creationId xmlns:a16="http://schemas.microsoft.com/office/drawing/2014/main" id="{F2C5BD00-1B28-0744-9566-1CEAC3C2F4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18" y="2523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itchFamily="2" charset="2"/>
                      <a:buChar char=""/>
                      <a:defRPr sz="32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66FF"/>
                      </a:buClr>
                      <a:buSzPct val="80000"/>
                      <a:buFont typeface="Wingdings" pitchFamily="2" charset="2"/>
                      <a:buChar char=""/>
                      <a:defRPr sz="28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"/>
                      <a:defRPr sz="24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CCFF"/>
                      </a:buClr>
                      <a:buSzPct val="80000"/>
                      <a:buFont typeface="Wingdings" pitchFamily="2" charset="2"/>
                      <a:buChar char=""/>
                      <a:defRPr sz="20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s-ES" altLang="es-EC" sz="1800">
                        <a:solidFill>
                          <a:schemeClr val="tx1"/>
                        </a:solidFill>
                        <a:latin typeface="Tahoma" panose="020B0604030504040204" pitchFamily="34" charset="0"/>
                      </a:rPr>
                      <a:t>16</a:t>
                    </a:r>
                    <a:endParaRPr lang="es-EC" altLang="es-EC" sz="1800">
                      <a:solidFill>
                        <a:schemeClr val="tx1"/>
                      </a:solidFill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19506" name="Text Box 131">
                    <a:extLst>
                      <a:ext uri="{FF2B5EF4-FFF2-40B4-BE49-F238E27FC236}">
                        <a16:creationId xmlns:a16="http://schemas.microsoft.com/office/drawing/2014/main" id="{AC133D10-076E-794C-8813-BC0729A37DE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02" y="2840"/>
                    <a:ext cx="272" cy="17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itchFamily="2" charset="2"/>
                      <a:buChar char=""/>
                      <a:defRPr sz="32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66FF"/>
                      </a:buClr>
                      <a:buSzPct val="80000"/>
                      <a:buFont typeface="Wingdings" pitchFamily="2" charset="2"/>
                      <a:buChar char=""/>
                      <a:defRPr sz="28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"/>
                      <a:defRPr sz="24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CCFF"/>
                      </a:buClr>
                      <a:buSzPct val="80000"/>
                      <a:buFont typeface="Wingdings" pitchFamily="2" charset="2"/>
                      <a:buChar char=""/>
                      <a:defRPr sz="20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s-ES" altLang="es-EC" sz="1200">
                        <a:solidFill>
                          <a:schemeClr val="tx1"/>
                        </a:solidFill>
                        <a:latin typeface="Tahoma" panose="020B0604030504040204" pitchFamily="34" charset="0"/>
                      </a:rPr>
                      <a:t>0</a:t>
                    </a:r>
                  </a:p>
                </p:txBody>
              </p:sp>
            </p:grpSp>
            <p:grpSp>
              <p:nvGrpSpPr>
                <p:cNvPr id="19501" name="Group 132">
                  <a:extLst>
                    <a:ext uri="{FF2B5EF4-FFF2-40B4-BE49-F238E27FC236}">
                      <a16:creationId xmlns:a16="http://schemas.microsoft.com/office/drawing/2014/main" id="{FB521304-52CC-5B4C-BA0F-08D7BAC899D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56" y="3370"/>
                  <a:ext cx="323" cy="603"/>
                  <a:chOff x="930" y="2728"/>
                  <a:chExt cx="323" cy="603"/>
                </a:xfrm>
              </p:grpSpPr>
              <p:sp>
                <p:nvSpPr>
                  <p:cNvPr id="19502" name="Oval 133">
                    <a:extLst>
                      <a:ext uri="{FF2B5EF4-FFF2-40B4-BE49-F238E27FC236}">
                        <a16:creationId xmlns:a16="http://schemas.microsoft.com/office/drawing/2014/main" id="{76648E8D-0E56-6845-8463-3A249613B03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859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itchFamily="2" charset="2"/>
                      <a:buChar char=""/>
                      <a:defRPr sz="32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66FF"/>
                      </a:buClr>
                      <a:buSzPct val="80000"/>
                      <a:buFont typeface="Wingdings" pitchFamily="2" charset="2"/>
                      <a:buChar char=""/>
                      <a:defRPr sz="28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"/>
                      <a:defRPr sz="24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CCFF"/>
                      </a:buClr>
                      <a:buSzPct val="80000"/>
                      <a:buFont typeface="Wingdings" pitchFamily="2" charset="2"/>
                      <a:buChar char=""/>
                      <a:defRPr sz="20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s-ES" altLang="es-EC" sz="1800">
                        <a:solidFill>
                          <a:schemeClr val="tx1"/>
                        </a:solidFill>
                        <a:latin typeface="Tahoma" panose="020B0604030504040204" pitchFamily="34" charset="0"/>
                      </a:rPr>
                      <a:t>12</a:t>
                    </a:r>
                    <a:endParaRPr lang="es-EC" altLang="es-EC" sz="1800">
                      <a:solidFill>
                        <a:schemeClr val="tx1"/>
                      </a:solidFill>
                      <a:latin typeface="Tahoma" panose="020B0604030504040204" pitchFamily="34" charset="0"/>
                    </a:endParaRPr>
                  </a:p>
                </p:txBody>
              </p:sp>
              <p:cxnSp>
                <p:nvCxnSpPr>
                  <p:cNvPr id="19503" name="AutoShape 134">
                    <a:extLst>
                      <a:ext uri="{FF2B5EF4-FFF2-40B4-BE49-F238E27FC236}">
                        <a16:creationId xmlns:a16="http://schemas.microsoft.com/office/drawing/2014/main" id="{1278BBC4-E020-294F-8BD2-C2DD6F26E874}"/>
                      </a:ext>
                    </a:extLst>
                  </p:cNvPr>
                  <p:cNvCxnSpPr>
                    <a:cxnSpLocks noChangeShapeType="1"/>
                    <a:stCxn id="19505" idx="3"/>
                    <a:endCxn id="19502" idx="7"/>
                  </p:cNvCxnSpPr>
                  <p:nvPr/>
                </p:nvCxnSpPr>
                <p:spPr bwMode="auto">
                  <a:xfrm flipH="1">
                    <a:off x="1135" y="2728"/>
                    <a:ext cx="118" cy="166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sp>
                <p:nvSpPr>
                  <p:cNvPr id="19504" name="Text Box 135">
                    <a:extLst>
                      <a:ext uri="{FF2B5EF4-FFF2-40B4-BE49-F238E27FC236}">
                        <a16:creationId xmlns:a16="http://schemas.microsoft.com/office/drawing/2014/main" id="{AD004B00-4ABA-4B49-BCCA-5345ED5ED76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75" y="3158"/>
                    <a:ext cx="227" cy="17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itchFamily="2" charset="2"/>
                      <a:buChar char=""/>
                      <a:defRPr sz="32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66FF"/>
                      </a:buClr>
                      <a:buSzPct val="80000"/>
                      <a:buFont typeface="Wingdings" pitchFamily="2" charset="2"/>
                      <a:buChar char=""/>
                      <a:defRPr sz="28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"/>
                      <a:defRPr sz="24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CCFF"/>
                      </a:buClr>
                      <a:buSzPct val="80000"/>
                      <a:buFont typeface="Wingdings" pitchFamily="2" charset="2"/>
                      <a:buChar char=""/>
                      <a:defRPr sz="2000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SzPct val="80000"/>
                      <a:buFont typeface="Wingdings" pitchFamily="2" charset="2"/>
                      <a:buChar char=""/>
                      <a:defRPr sz="2000" i="1">
                        <a:solidFill>
                          <a:srgbClr val="002850"/>
                        </a:solidFill>
                        <a:latin typeface="Arial Narrow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s-ES" altLang="es-EC" sz="1200">
                        <a:solidFill>
                          <a:schemeClr val="tx1"/>
                        </a:solidFill>
                        <a:latin typeface="Tahoma" panose="020B0604030504040204" pitchFamily="34" charset="0"/>
                      </a:rPr>
                      <a:t>-1</a:t>
                    </a:r>
                  </a:p>
                </p:txBody>
              </p:sp>
            </p:grpSp>
          </p:grpSp>
          <p:grpSp>
            <p:nvGrpSpPr>
              <p:cNvPr id="19494" name="Group 136">
                <a:extLst>
                  <a:ext uri="{FF2B5EF4-FFF2-40B4-BE49-F238E27FC236}">
                    <a16:creationId xmlns:a16="http://schemas.microsoft.com/office/drawing/2014/main" id="{0A54C557-F0C4-A746-A014-7A9206642F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39" y="3618"/>
                <a:ext cx="371" cy="611"/>
                <a:chOff x="1452" y="2671"/>
                <a:chExt cx="371" cy="611"/>
              </a:xfrm>
            </p:grpSpPr>
            <p:sp>
              <p:nvSpPr>
                <p:cNvPr id="19495" name="Oval 137">
                  <a:extLst>
                    <a:ext uri="{FF2B5EF4-FFF2-40B4-BE49-F238E27FC236}">
                      <a16:creationId xmlns:a16="http://schemas.microsoft.com/office/drawing/2014/main" id="{93A6784B-C69A-DB4B-A47A-3D941151AF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3" y="2802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s-ES" altLang="es-EC" sz="18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25</a:t>
                  </a:r>
                  <a:endParaRPr lang="es-EC" altLang="es-EC" sz="1800">
                    <a:solidFill>
                      <a:schemeClr val="tx1"/>
                    </a:solidFill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19496" name="AutoShape 138">
                  <a:extLst>
                    <a:ext uri="{FF2B5EF4-FFF2-40B4-BE49-F238E27FC236}">
                      <a16:creationId xmlns:a16="http://schemas.microsoft.com/office/drawing/2014/main" id="{9A7AE4D4-60EB-814D-9440-33D39DA56FF1}"/>
                    </a:ext>
                  </a:extLst>
                </p:cNvPr>
                <p:cNvCxnSpPr>
                  <a:cxnSpLocks noChangeShapeType="1"/>
                  <a:endCxn id="19495" idx="1"/>
                </p:cNvCxnSpPr>
                <p:nvPr/>
              </p:nvCxnSpPr>
              <p:spPr bwMode="auto">
                <a:xfrm>
                  <a:off x="1452" y="2671"/>
                  <a:ext cx="166" cy="166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9497" name="Text Box 139">
                  <a:extLst>
                    <a:ext uri="{FF2B5EF4-FFF2-40B4-BE49-F238E27FC236}">
                      <a16:creationId xmlns:a16="http://schemas.microsoft.com/office/drawing/2014/main" id="{389EDD1F-966F-6B46-A07C-9C3C52E0E0D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31" y="3109"/>
                  <a:ext cx="144" cy="17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itchFamily="2" charset="2"/>
                    <a:buChar char=""/>
                    <a:defRPr sz="32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66FF"/>
                    </a:buClr>
                    <a:buSzPct val="80000"/>
                    <a:buFont typeface="Wingdings" pitchFamily="2" charset="2"/>
                    <a:buChar char=""/>
                    <a:defRPr sz="28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"/>
                    <a:defRPr sz="24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CCFF"/>
                    </a:buClr>
                    <a:buSzPct val="80000"/>
                    <a:buFont typeface="Wingdings" pitchFamily="2" charset="2"/>
                    <a:buChar char=""/>
                    <a:defRPr sz="2000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80000"/>
                    <a:buFont typeface="Wingdings" pitchFamily="2" charset="2"/>
                    <a:buChar char=""/>
                    <a:defRPr sz="2000" i="1">
                      <a:solidFill>
                        <a:srgbClr val="002850"/>
                      </a:solidFill>
                      <a:latin typeface="Arial Narrow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s-ES" altLang="es-EC" sz="12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0</a:t>
                  </a:r>
                </a:p>
              </p:txBody>
            </p:sp>
          </p:grpSp>
        </p:grpSp>
        <p:sp>
          <p:nvSpPr>
            <p:cNvPr id="19490" name="Oval 141">
              <a:extLst>
                <a:ext uri="{FF2B5EF4-FFF2-40B4-BE49-F238E27FC236}">
                  <a16:creationId xmlns:a16="http://schemas.microsoft.com/office/drawing/2014/main" id="{9F4604F0-2F81-6B48-9711-AC7E7CEE2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" y="3797"/>
              <a:ext cx="240" cy="24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800">
                  <a:solidFill>
                    <a:schemeClr val="tx1"/>
                  </a:solidFill>
                  <a:latin typeface="Tahoma" panose="020B0604030504040204" pitchFamily="34" charset="0"/>
                </a:rPr>
                <a:t>17</a:t>
              </a:r>
              <a:endParaRPr lang="es-EC" altLang="es-EC" sz="180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cxnSp>
          <p:nvCxnSpPr>
            <p:cNvPr id="19491" name="AutoShape 142">
              <a:extLst>
                <a:ext uri="{FF2B5EF4-FFF2-40B4-BE49-F238E27FC236}">
                  <a16:creationId xmlns:a16="http://schemas.microsoft.com/office/drawing/2014/main" id="{5176525E-5536-1047-813D-45BB216CDC76}"/>
                </a:ext>
              </a:extLst>
            </p:cNvPr>
            <p:cNvCxnSpPr>
              <a:cxnSpLocks noChangeShapeType="1"/>
              <a:endCxn id="19490" idx="7"/>
            </p:cNvCxnSpPr>
            <p:nvPr/>
          </p:nvCxnSpPr>
          <p:spPr bwMode="auto">
            <a:xfrm flipH="1">
              <a:off x="4111" y="3666"/>
              <a:ext cx="118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492" name="Text Box 143">
              <a:extLst>
                <a:ext uri="{FF2B5EF4-FFF2-40B4-BE49-F238E27FC236}">
                  <a16:creationId xmlns:a16="http://schemas.microsoft.com/office/drawing/2014/main" id="{68B181EA-0F1B-4943-8E3A-FE32B91AB8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1" y="4096"/>
              <a:ext cx="227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sp>
        <p:nvSpPr>
          <p:cNvPr id="154770" name="Freeform 146">
            <a:extLst>
              <a:ext uri="{FF2B5EF4-FFF2-40B4-BE49-F238E27FC236}">
                <a16:creationId xmlns:a16="http://schemas.microsoft.com/office/drawing/2014/main" id="{38B0EEC1-F8BC-6446-8F76-B1437E4D916E}"/>
              </a:ext>
            </a:extLst>
          </p:cNvPr>
          <p:cNvSpPr>
            <a:spLocks/>
          </p:cNvSpPr>
          <p:nvPr/>
        </p:nvSpPr>
        <p:spPr bwMode="auto">
          <a:xfrm>
            <a:off x="5435600" y="4724400"/>
            <a:ext cx="1943100" cy="1631950"/>
          </a:xfrm>
          <a:custGeom>
            <a:avLst/>
            <a:gdLst>
              <a:gd name="T0" fmla="*/ 2147483646 w 1278"/>
              <a:gd name="T1" fmla="*/ 2147483646 h 1074"/>
              <a:gd name="T2" fmla="*/ 2147483646 w 1278"/>
              <a:gd name="T3" fmla="*/ 2147483646 h 1074"/>
              <a:gd name="T4" fmla="*/ 2147483646 w 1278"/>
              <a:gd name="T5" fmla="*/ 2147483646 h 1074"/>
              <a:gd name="T6" fmla="*/ 2147483646 w 1278"/>
              <a:gd name="T7" fmla="*/ 2147483646 h 1074"/>
              <a:gd name="T8" fmla="*/ 2147483646 w 1278"/>
              <a:gd name="T9" fmla="*/ 2147483646 h 1074"/>
              <a:gd name="T10" fmla="*/ 2147483646 w 1278"/>
              <a:gd name="T11" fmla="*/ 2147483646 h 1074"/>
              <a:gd name="T12" fmla="*/ 2147483646 w 1278"/>
              <a:gd name="T13" fmla="*/ 2147483646 h 1074"/>
              <a:gd name="T14" fmla="*/ 2147483646 w 1278"/>
              <a:gd name="T15" fmla="*/ 2147483646 h 1074"/>
              <a:gd name="T16" fmla="*/ 2147483646 w 1278"/>
              <a:gd name="T17" fmla="*/ 2147483646 h 1074"/>
              <a:gd name="T18" fmla="*/ 2147483646 w 1278"/>
              <a:gd name="T19" fmla="*/ 2147483646 h 107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78" h="1074">
                <a:moveTo>
                  <a:pt x="53" y="718"/>
                </a:moveTo>
                <a:cubicBezTo>
                  <a:pt x="0" y="884"/>
                  <a:pt x="167" y="998"/>
                  <a:pt x="235" y="1036"/>
                </a:cubicBezTo>
                <a:cubicBezTo>
                  <a:pt x="303" y="1074"/>
                  <a:pt x="402" y="975"/>
                  <a:pt x="462" y="945"/>
                </a:cubicBezTo>
                <a:cubicBezTo>
                  <a:pt x="522" y="915"/>
                  <a:pt x="530" y="861"/>
                  <a:pt x="598" y="854"/>
                </a:cubicBezTo>
                <a:cubicBezTo>
                  <a:pt x="666" y="847"/>
                  <a:pt x="832" y="877"/>
                  <a:pt x="870" y="900"/>
                </a:cubicBezTo>
                <a:cubicBezTo>
                  <a:pt x="908" y="923"/>
                  <a:pt x="787" y="975"/>
                  <a:pt x="825" y="990"/>
                </a:cubicBezTo>
                <a:cubicBezTo>
                  <a:pt x="863" y="1005"/>
                  <a:pt x="1037" y="1073"/>
                  <a:pt x="1097" y="990"/>
                </a:cubicBezTo>
                <a:cubicBezTo>
                  <a:pt x="1157" y="907"/>
                  <a:pt x="1278" y="650"/>
                  <a:pt x="1187" y="491"/>
                </a:cubicBezTo>
                <a:cubicBezTo>
                  <a:pt x="1096" y="332"/>
                  <a:pt x="748" y="0"/>
                  <a:pt x="552" y="38"/>
                </a:cubicBezTo>
                <a:cubicBezTo>
                  <a:pt x="356" y="76"/>
                  <a:pt x="106" y="552"/>
                  <a:pt x="53" y="718"/>
                </a:cubicBezTo>
                <a:close/>
              </a:path>
            </a:pathLst>
          </a:custGeom>
          <a:solidFill>
            <a:srgbClr val="FFFF99">
              <a:alpha val="14902"/>
            </a:srgbClr>
          </a:solidFill>
          <a:ln w="9525" cap="flat" cmpd="sng">
            <a:solidFill>
              <a:srgbClr val="FFFF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4771" name="AutoShape 147">
            <a:extLst>
              <a:ext uri="{FF2B5EF4-FFF2-40B4-BE49-F238E27FC236}">
                <a16:creationId xmlns:a16="http://schemas.microsoft.com/office/drawing/2014/main" id="{21779C13-78D9-B345-A637-EC7352FAF799}"/>
              </a:ext>
            </a:extLst>
          </p:cNvPr>
          <p:cNvSpPr>
            <a:spLocks/>
          </p:cNvSpPr>
          <p:nvPr/>
        </p:nvSpPr>
        <p:spPr bwMode="auto">
          <a:xfrm>
            <a:off x="4716463" y="2852738"/>
            <a:ext cx="1368425" cy="1512887"/>
          </a:xfrm>
          <a:prstGeom prst="borderCallout2">
            <a:avLst>
              <a:gd name="adj1" fmla="val 7556"/>
              <a:gd name="adj2" fmla="val 105569"/>
              <a:gd name="adj3" fmla="val 7556"/>
              <a:gd name="adj4" fmla="val 105569"/>
              <a:gd name="adj5" fmla="val 59079"/>
              <a:gd name="adj6" fmla="val 217056"/>
            </a:avLst>
          </a:prstGeom>
          <a:solidFill>
            <a:srgbClr val="FF99CC">
              <a:alpha val="3803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Si el f.e. de n2 es 1, al rotar :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n1-&gt;fe= -1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n-&gt;fe =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n2-&gt;fe = 0</a:t>
            </a:r>
            <a:endParaRPr lang="es-EC" altLang="es-EC" sz="16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54774" name="Freeform 150">
            <a:extLst>
              <a:ext uri="{FF2B5EF4-FFF2-40B4-BE49-F238E27FC236}">
                <a16:creationId xmlns:a16="http://schemas.microsoft.com/office/drawing/2014/main" id="{36FEEC6D-FC8A-1844-BB34-7814965F15C4}"/>
              </a:ext>
            </a:extLst>
          </p:cNvPr>
          <p:cNvSpPr>
            <a:spLocks/>
          </p:cNvSpPr>
          <p:nvPr/>
        </p:nvSpPr>
        <p:spPr bwMode="auto">
          <a:xfrm>
            <a:off x="1703388" y="5157788"/>
            <a:ext cx="420687" cy="503237"/>
          </a:xfrm>
          <a:custGeom>
            <a:avLst/>
            <a:gdLst>
              <a:gd name="T0" fmla="*/ 2147483646 w 265"/>
              <a:gd name="T1" fmla="*/ 0 h 317"/>
              <a:gd name="T2" fmla="*/ 2147483646 w 265"/>
              <a:gd name="T3" fmla="*/ 2147483646 h 317"/>
              <a:gd name="T4" fmla="*/ 2147483646 w 265"/>
              <a:gd name="T5" fmla="*/ 2147483646 h 31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65" h="317">
                <a:moveTo>
                  <a:pt x="38" y="0"/>
                </a:moveTo>
                <a:cubicBezTo>
                  <a:pt x="19" y="113"/>
                  <a:pt x="0" y="227"/>
                  <a:pt x="38" y="272"/>
                </a:cubicBezTo>
                <a:cubicBezTo>
                  <a:pt x="76" y="317"/>
                  <a:pt x="227" y="272"/>
                  <a:pt x="265" y="27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4775" name="Freeform 151">
            <a:extLst>
              <a:ext uri="{FF2B5EF4-FFF2-40B4-BE49-F238E27FC236}">
                <a16:creationId xmlns:a16="http://schemas.microsoft.com/office/drawing/2014/main" id="{F3AE1313-F04F-0A46-9E54-AEBE59B15F01}"/>
              </a:ext>
            </a:extLst>
          </p:cNvPr>
          <p:cNvSpPr>
            <a:spLocks/>
          </p:cNvSpPr>
          <p:nvPr/>
        </p:nvSpPr>
        <p:spPr bwMode="auto">
          <a:xfrm flipH="1">
            <a:off x="7451725" y="5157788"/>
            <a:ext cx="433388" cy="647700"/>
          </a:xfrm>
          <a:custGeom>
            <a:avLst/>
            <a:gdLst>
              <a:gd name="T0" fmla="*/ 2147483646 w 265"/>
              <a:gd name="T1" fmla="*/ 0 h 317"/>
              <a:gd name="T2" fmla="*/ 2147483646 w 265"/>
              <a:gd name="T3" fmla="*/ 2147483646 h 317"/>
              <a:gd name="T4" fmla="*/ 2147483646 w 265"/>
              <a:gd name="T5" fmla="*/ 2147483646 h 31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65" h="317">
                <a:moveTo>
                  <a:pt x="38" y="0"/>
                </a:moveTo>
                <a:cubicBezTo>
                  <a:pt x="19" y="113"/>
                  <a:pt x="0" y="227"/>
                  <a:pt x="38" y="272"/>
                </a:cubicBezTo>
                <a:cubicBezTo>
                  <a:pt x="76" y="317"/>
                  <a:pt x="227" y="272"/>
                  <a:pt x="265" y="27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47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47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47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4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46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46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46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4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4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4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4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467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46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467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46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467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46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467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467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4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4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4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467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46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467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46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467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46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467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467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4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4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4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467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46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467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46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467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46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467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467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4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54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546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546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54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54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54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54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15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54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54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54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54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54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54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54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1547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154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900" decel="100000" fill="hold"/>
                                        <p:tgtEl>
                                          <p:spTgt spid="154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4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154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54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1547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547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5470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5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1546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54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900" decel="100000" fill="hold"/>
                                        <p:tgtEl>
                                          <p:spTgt spid="154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4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54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54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154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4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4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4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469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46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469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46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469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46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469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469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4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4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4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469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46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469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46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469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46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469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469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4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4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4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469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469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469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469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469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469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469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469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1" dur="500"/>
                                        <p:tgtEl>
                                          <p:spTgt spid="15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1546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1546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154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154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154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154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15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 nodeType="clickPar">
                      <p:stCondLst>
                        <p:cond delay="indefinite"/>
                      </p:stCondLst>
                      <p:childTnLst>
                        <p:par>
                          <p:cTn id="2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1000"/>
                                        <p:tgtEl>
                                          <p:spTgt spid="1547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154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900" decel="100000" fill="hold"/>
                                        <p:tgtEl>
                                          <p:spTgt spid="154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4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 nodeType="clickPar">
                      <p:stCondLst>
                        <p:cond delay="indefinite"/>
                      </p:stCondLst>
                      <p:childTnLst>
                        <p:par>
                          <p:cTn id="2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7" dur="500"/>
                                        <p:tgtEl>
                                          <p:spTgt spid="15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 nodeType="clickPar">
                      <p:stCondLst>
                        <p:cond delay="indefinite"/>
                      </p:stCondLst>
                      <p:childTnLst>
                        <p:par>
                          <p:cTn id="2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2" dur="500"/>
                                        <p:tgtEl>
                                          <p:spTgt spid="15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704" grpId="0" animBg="1"/>
      <p:bldP spid="154627" grpId="0" build="p"/>
      <p:bldP spid="154676" grpId="0" animBg="1"/>
      <p:bldP spid="154677" grpId="0" animBg="1"/>
      <p:bldP spid="154678" grpId="0" animBg="1"/>
      <p:bldP spid="154679" grpId="0" animBg="1"/>
      <p:bldP spid="154683" grpId="0" animBg="1"/>
      <p:bldP spid="154691" grpId="0" animBg="1"/>
      <p:bldP spid="154692" grpId="0" animBg="1"/>
      <p:bldP spid="154693" grpId="0" animBg="1"/>
      <p:bldP spid="154705" grpId="0" animBg="1"/>
      <p:bldP spid="154734" grpId="0" animBg="1"/>
      <p:bldP spid="15477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C404581B-4A4B-C946-B8F6-87F7DFE710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8964613" cy="1143000"/>
          </a:xfrm>
        </p:spPr>
        <p:txBody>
          <a:bodyPr/>
          <a:lstStyle/>
          <a:p>
            <a:pPr eaLnBrk="1" hangingPunct="1"/>
            <a:r>
              <a:rPr lang="es-ES" altLang="es-EC" sz="4400"/>
              <a:t>ROTACION ID: IMPLEMENTACION </a:t>
            </a:r>
            <a:endParaRPr lang="es-EC" altLang="es-EC" sz="4400"/>
          </a:p>
        </p:txBody>
      </p:sp>
      <p:sp>
        <p:nvSpPr>
          <p:cNvPr id="20482" name="Text Box 4">
            <a:extLst>
              <a:ext uri="{FF2B5EF4-FFF2-40B4-BE49-F238E27FC236}">
                <a16:creationId xmlns:a16="http://schemas.microsoft.com/office/drawing/2014/main" id="{7923F19D-3054-9C48-AA5E-605352C2D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844675"/>
            <a:ext cx="6840537" cy="514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rgbClr val="002060"/>
                </a:solidFill>
                <a:latin typeface="Consolas" panose="020B0609020204030204" pitchFamily="49" charset="0"/>
              </a:rPr>
              <a:t>public void rotacionID(Nodo node){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Consolas" panose="020B0609020204030204" pitchFamily="49" charset="0"/>
              </a:rPr>
              <a:t>	Nodo nizq = node.getIzq();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Consolas" panose="020B0609020204030204" pitchFamily="49" charset="0"/>
              </a:rPr>
              <a:t>	Node nizder = nizq.getDer();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Consolas" panose="020B0609020204030204" pitchFamily="49" charset="0"/>
              </a:rPr>
              <a:t>	nizq.setDer(nizder.getIzq());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Consolas" panose="020B0609020204030204" pitchFamily="49" charset="0"/>
              </a:rPr>
              <a:t>	node.setIzq(nizder.detDer());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Consolas" panose="020B0609020204030204" pitchFamily="49" charset="0"/>
              </a:rPr>
              <a:t>	nizder.setDer(node);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Consolas" panose="020B0609020204030204" pitchFamily="49" charset="0"/>
              </a:rPr>
              <a:t>	nizder.setIzq(nizq);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Consolas" panose="020B0609020204030204" pitchFamily="49" charset="0"/>
              </a:rPr>
              <a:t>	nizq.fe = node.fe = 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Consolas" panose="020B0609020204030204" pitchFamily="49" charset="0"/>
              </a:rPr>
              <a:t>	if(nizder.fe==-1)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Consolas" panose="020B0609020204030204" pitchFamily="49" charset="0"/>
              </a:rPr>
              <a:t>	     nizq.fe =1;	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Consolas" panose="020B0609020204030204" pitchFamily="49" charset="0"/>
              </a:rPr>
              <a:t>	if(nizder.fe ==1)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Consolas" panose="020B0609020204030204" pitchFamily="49" charset="0"/>
              </a:rPr>
              <a:t>	     node.fe =-1;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Consolas" panose="020B0609020204030204" pitchFamily="49" charset="0"/>
              </a:rPr>
              <a:t>	nizder.fe =0;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Consolas" panose="020B0609020204030204" pitchFamily="49" charset="0"/>
              </a:rPr>
              <a:t>	node = nizder;}</a:t>
            </a:r>
            <a:endParaRPr lang="es-EC" altLang="es-EC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4FA95D7B-F31A-B343-9CC9-6C6A38BBAA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C"/>
              <a:t>ROTACION DI</a:t>
            </a:r>
            <a:endParaRPr lang="es-EC" altLang="es-EC"/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241E5828-BAD8-1747-9F99-33A0C24130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" altLang="es-EC" sz="2400"/>
              <a:t>El peso del arbol cae mas a la derecha, pero….</a:t>
            </a:r>
            <a:endParaRPr lang="es-EC" altLang="es-EC" sz="2400"/>
          </a:p>
          <a:p>
            <a:pPr eaLnBrk="1" hangingPunct="1">
              <a:buFont typeface="Wingdings" pitchFamily="2" charset="2"/>
              <a:buNone/>
            </a:pPr>
            <a:endParaRPr lang="es-EC" altLang="es-EC"/>
          </a:p>
        </p:txBody>
      </p:sp>
      <p:grpSp>
        <p:nvGrpSpPr>
          <p:cNvPr id="156712" name="Group 40">
            <a:extLst>
              <a:ext uri="{FF2B5EF4-FFF2-40B4-BE49-F238E27FC236}">
                <a16:creationId xmlns:a16="http://schemas.microsoft.com/office/drawing/2014/main" id="{0EF0F5C8-56D9-3D42-A40F-00389445D113}"/>
              </a:ext>
            </a:extLst>
          </p:cNvPr>
          <p:cNvGrpSpPr>
            <a:grpSpLocks/>
          </p:cNvGrpSpPr>
          <p:nvPr/>
        </p:nvGrpSpPr>
        <p:grpSpPr bwMode="auto">
          <a:xfrm>
            <a:off x="1822450" y="2867025"/>
            <a:ext cx="1219200" cy="1341438"/>
            <a:chOff x="1148" y="1806"/>
            <a:chExt cx="768" cy="845"/>
          </a:xfrm>
        </p:grpSpPr>
        <p:grpSp>
          <p:nvGrpSpPr>
            <p:cNvPr id="21536" name="Group 20">
              <a:extLst>
                <a:ext uri="{FF2B5EF4-FFF2-40B4-BE49-F238E27FC236}">
                  <a16:creationId xmlns:a16="http://schemas.microsoft.com/office/drawing/2014/main" id="{6542DED8-8E5B-DE41-BD8E-048B68CB5C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8" y="1806"/>
              <a:ext cx="384" cy="413"/>
              <a:chOff x="1148" y="1806"/>
              <a:chExt cx="384" cy="413"/>
            </a:xfrm>
          </p:grpSpPr>
          <p:sp>
            <p:nvSpPr>
              <p:cNvPr id="21541" name="Oval 4">
                <a:extLst>
                  <a:ext uri="{FF2B5EF4-FFF2-40B4-BE49-F238E27FC236}">
                    <a16:creationId xmlns:a16="http://schemas.microsoft.com/office/drawing/2014/main" id="{4F7DF8D8-2C85-7F47-9F12-48E0F00D28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2" y="1979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18</a:t>
                </a:r>
              </a:p>
            </p:txBody>
          </p:sp>
          <p:sp>
            <p:nvSpPr>
              <p:cNvPr id="21542" name="Text Box 7">
                <a:extLst>
                  <a:ext uri="{FF2B5EF4-FFF2-40B4-BE49-F238E27FC236}">
                    <a16:creationId xmlns:a16="http://schemas.microsoft.com/office/drawing/2014/main" id="{615DBC28-64BA-374C-8067-764A342266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8" y="1806"/>
                <a:ext cx="240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 b="1">
                    <a:solidFill>
                      <a:schemeClr val="tx1"/>
                    </a:solidFill>
                    <a:latin typeface="Tahoma" panose="020B0604030504040204" pitchFamily="34" charset="0"/>
                  </a:rPr>
                  <a:t>1</a:t>
                </a:r>
              </a:p>
            </p:txBody>
          </p:sp>
        </p:grpSp>
        <p:grpSp>
          <p:nvGrpSpPr>
            <p:cNvPr id="21537" name="Group 21">
              <a:extLst>
                <a:ext uri="{FF2B5EF4-FFF2-40B4-BE49-F238E27FC236}">
                  <a16:creationId xmlns:a16="http://schemas.microsoft.com/office/drawing/2014/main" id="{10E1CF11-86A1-F64F-BF41-AA7ACD58A7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2184"/>
              <a:ext cx="419" cy="467"/>
              <a:chOff x="1497" y="2184"/>
              <a:chExt cx="419" cy="467"/>
            </a:xfrm>
          </p:grpSpPr>
          <p:sp>
            <p:nvSpPr>
              <p:cNvPr id="21538" name="Oval 5">
                <a:extLst>
                  <a:ext uri="{FF2B5EF4-FFF2-40B4-BE49-F238E27FC236}">
                    <a16:creationId xmlns:a16="http://schemas.microsoft.com/office/drawing/2014/main" id="{B55B4639-948D-D249-AF20-21C8C60DF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5" y="2411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s-ES" altLang="es-EC" sz="1800">
                    <a:solidFill>
                      <a:schemeClr val="tx1"/>
                    </a:solidFill>
                    <a:latin typeface="Tahoma" panose="020B0604030504040204" pitchFamily="34" charset="0"/>
                  </a:rPr>
                  <a:t>25</a:t>
                </a:r>
              </a:p>
            </p:txBody>
          </p:sp>
          <p:cxnSp>
            <p:nvCxnSpPr>
              <p:cNvPr id="21539" name="AutoShape 6">
                <a:extLst>
                  <a:ext uri="{FF2B5EF4-FFF2-40B4-BE49-F238E27FC236}">
                    <a16:creationId xmlns:a16="http://schemas.microsoft.com/office/drawing/2014/main" id="{03CCE82B-B56F-BD43-A94C-BF7052427923}"/>
                  </a:ext>
                </a:extLst>
              </p:cNvPr>
              <p:cNvCxnSpPr>
                <a:cxnSpLocks noChangeShapeType="1"/>
                <a:stCxn id="21541" idx="5"/>
                <a:endCxn id="21538" idx="1"/>
              </p:cNvCxnSpPr>
              <p:nvPr/>
            </p:nvCxnSpPr>
            <p:spPr bwMode="auto">
              <a:xfrm>
                <a:off x="1497" y="2184"/>
                <a:ext cx="133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1540" name="Text Box 8">
                <a:extLst>
                  <a:ext uri="{FF2B5EF4-FFF2-40B4-BE49-F238E27FC236}">
                    <a16:creationId xmlns:a16="http://schemas.microsoft.com/office/drawing/2014/main" id="{197C3C21-75B6-5D4E-B62A-41817EF553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6" y="2238"/>
                <a:ext cx="240" cy="1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itchFamily="2" charset="2"/>
                  <a:buChar char=""/>
                  <a:defRPr sz="32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FF"/>
                  </a:buClr>
                  <a:buSzPct val="80000"/>
                  <a:buFont typeface="Wingdings" pitchFamily="2" charset="2"/>
                  <a:buChar char=""/>
                  <a:defRPr sz="28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"/>
                  <a:defRPr sz="24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CCFF"/>
                  </a:buClr>
                  <a:buSzPct val="80000"/>
                  <a:buFont typeface="Wingdings" pitchFamily="2" charset="2"/>
                  <a:buChar char=""/>
                  <a:defRPr sz="2000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"/>
                  <a:defRPr sz="2000" i="1">
                    <a:solidFill>
                      <a:srgbClr val="002850"/>
                    </a:solidFill>
                    <a:latin typeface="Arial Narrow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s-ES" altLang="es-EC" sz="1200" b="1">
                    <a:solidFill>
                      <a:schemeClr val="tx1"/>
                    </a:solidFill>
                    <a:latin typeface="Tahoma" panose="020B0604030504040204" pitchFamily="34" charset="0"/>
                  </a:rPr>
                  <a:t>0</a:t>
                </a:r>
              </a:p>
            </p:txBody>
          </p:sp>
        </p:grpSp>
      </p:grpSp>
      <p:grpSp>
        <p:nvGrpSpPr>
          <p:cNvPr id="156694" name="Group 22">
            <a:extLst>
              <a:ext uri="{FF2B5EF4-FFF2-40B4-BE49-F238E27FC236}">
                <a16:creationId xmlns:a16="http://schemas.microsoft.com/office/drawing/2014/main" id="{6C29759D-8F60-2E4A-B4BB-83975412A173}"/>
              </a:ext>
            </a:extLst>
          </p:cNvPr>
          <p:cNvGrpSpPr>
            <a:grpSpLocks/>
          </p:cNvGrpSpPr>
          <p:nvPr/>
        </p:nvGrpSpPr>
        <p:grpSpPr bwMode="auto">
          <a:xfrm>
            <a:off x="1898650" y="4152900"/>
            <a:ext cx="688975" cy="1016000"/>
            <a:chOff x="1196" y="2616"/>
            <a:chExt cx="434" cy="640"/>
          </a:xfrm>
        </p:grpSpPr>
        <p:sp>
          <p:nvSpPr>
            <p:cNvPr id="21533" name="Oval 9">
              <a:extLst>
                <a:ext uri="{FF2B5EF4-FFF2-40B4-BE49-F238E27FC236}">
                  <a16:creationId xmlns:a16="http://schemas.microsoft.com/office/drawing/2014/main" id="{C6FB3597-1EB4-8245-9B95-639E4F910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" y="2795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800">
                  <a:solidFill>
                    <a:schemeClr val="tx1"/>
                  </a:solidFill>
                  <a:latin typeface="Tahoma" panose="020B0604030504040204" pitchFamily="34" charset="0"/>
                </a:rPr>
                <a:t>20</a:t>
              </a:r>
            </a:p>
          </p:txBody>
        </p:sp>
        <p:sp>
          <p:nvSpPr>
            <p:cNvPr id="21534" name="Text Box 10">
              <a:extLst>
                <a:ext uri="{FF2B5EF4-FFF2-40B4-BE49-F238E27FC236}">
                  <a16:creationId xmlns:a16="http://schemas.microsoft.com/office/drawing/2014/main" id="{42DFB3E0-B800-DB46-8291-4CA3A5CCB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6" y="3083"/>
              <a:ext cx="240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 b="1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cxnSp>
          <p:nvCxnSpPr>
            <p:cNvPr id="21535" name="AutoShape 11">
              <a:extLst>
                <a:ext uri="{FF2B5EF4-FFF2-40B4-BE49-F238E27FC236}">
                  <a16:creationId xmlns:a16="http://schemas.microsoft.com/office/drawing/2014/main" id="{5313B7FE-BFBA-9540-A326-0783738CF9C6}"/>
                </a:ext>
              </a:extLst>
            </p:cNvPr>
            <p:cNvCxnSpPr>
              <a:cxnSpLocks noChangeShapeType="1"/>
              <a:stCxn id="21538" idx="3"/>
              <a:endCxn id="21533" idx="7"/>
            </p:cNvCxnSpPr>
            <p:nvPr/>
          </p:nvCxnSpPr>
          <p:spPr bwMode="auto">
            <a:xfrm flipH="1">
              <a:off x="1401" y="2616"/>
              <a:ext cx="229" cy="21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56684" name="Text Box 12">
            <a:extLst>
              <a:ext uri="{FF2B5EF4-FFF2-40B4-BE49-F238E27FC236}">
                <a16:creationId xmlns:a16="http://schemas.microsoft.com/office/drawing/2014/main" id="{1AA05203-8646-9847-96EF-7543658B0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3500438"/>
            <a:ext cx="381000" cy="274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 b="1">
                <a:solidFill>
                  <a:schemeClr val="hlink"/>
                </a:solidFill>
                <a:latin typeface="Tahoma" panose="020B0604030504040204" pitchFamily="34" charset="0"/>
              </a:rPr>
              <a:t>-1</a:t>
            </a:r>
          </a:p>
        </p:txBody>
      </p:sp>
      <p:sp>
        <p:nvSpPr>
          <p:cNvPr id="156685" name="Text Box 13">
            <a:extLst>
              <a:ext uri="{FF2B5EF4-FFF2-40B4-BE49-F238E27FC236}">
                <a16:creationId xmlns:a16="http://schemas.microsoft.com/office/drawing/2014/main" id="{E3972184-5A71-DA45-8B4D-105D503FC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2852738"/>
            <a:ext cx="381000" cy="274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" altLang="es-EC" sz="1200" b="1">
                <a:solidFill>
                  <a:schemeClr val="hlink"/>
                </a:solidFill>
                <a:latin typeface="Tahoma" panose="020B0604030504040204" pitchFamily="34" charset="0"/>
              </a:rPr>
              <a:t>2</a:t>
            </a:r>
          </a:p>
        </p:txBody>
      </p:sp>
      <p:grpSp>
        <p:nvGrpSpPr>
          <p:cNvPr id="156697" name="Group 25">
            <a:extLst>
              <a:ext uri="{FF2B5EF4-FFF2-40B4-BE49-F238E27FC236}">
                <a16:creationId xmlns:a16="http://schemas.microsoft.com/office/drawing/2014/main" id="{A9D08B99-2992-6D4E-BEC5-F6966AC089E5}"/>
              </a:ext>
            </a:extLst>
          </p:cNvPr>
          <p:cNvGrpSpPr>
            <a:grpSpLocks/>
          </p:cNvGrpSpPr>
          <p:nvPr/>
        </p:nvGrpSpPr>
        <p:grpSpPr bwMode="auto">
          <a:xfrm>
            <a:off x="2355850" y="2608263"/>
            <a:ext cx="533400" cy="533400"/>
            <a:chOff x="1484" y="1643"/>
            <a:chExt cx="336" cy="336"/>
          </a:xfrm>
        </p:grpSpPr>
        <p:sp>
          <p:nvSpPr>
            <p:cNvPr id="21531" name="Line 14">
              <a:extLst>
                <a:ext uri="{FF2B5EF4-FFF2-40B4-BE49-F238E27FC236}">
                  <a16:creationId xmlns:a16="http://schemas.microsoft.com/office/drawing/2014/main" id="{12E08154-33A1-5348-BA25-2E677AF874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4" y="1835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32" name="Text Box 16">
              <a:extLst>
                <a:ext uri="{FF2B5EF4-FFF2-40B4-BE49-F238E27FC236}">
                  <a16:creationId xmlns:a16="http://schemas.microsoft.com/office/drawing/2014/main" id="{449B4DB3-96E8-7A4F-9869-9D91E6AB68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0" y="1643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2400">
                  <a:solidFill>
                    <a:schemeClr val="tx1"/>
                  </a:solidFill>
                  <a:latin typeface="Tahoma" panose="020B0604030504040204" pitchFamily="34" charset="0"/>
                </a:rPr>
                <a:t>n</a:t>
              </a:r>
            </a:p>
          </p:txBody>
        </p:sp>
      </p:grpSp>
      <p:grpSp>
        <p:nvGrpSpPr>
          <p:cNvPr id="156695" name="Group 23">
            <a:extLst>
              <a:ext uri="{FF2B5EF4-FFF2-40B4-BE49-F238E27FC236}">
                <a16:creationId xmlns:a16="http://schemas.microsoft.com/office/drawing/2014/main" id="{B27ABA3A-A83F-2D4B-B7F1-524CFB86C91C}"/>
              </a:ext>
            </a:extLst>
          </p:cNvPr>
          <p:cNvGrpSpPr>
            <a:grpSpLocks/>
          </p:cNvGrpSpPr>
          <p:nvPr/>
        </p:nvGrpSpPr>
        <p:grpSpPr bwMode="auto">
          <a:xfrm>
            <a:off x="1136650" y="3827463"/>
            <a:ext cx="762000" cy="609600"/>
            <a:chOff x="716" y="2411"/>
            <a:chExt cx="480" cy="384"/>
          </a:xfrm>
        </p:grpSpPr>
        <p:sp>
          <p:nvSpPr>
            <p:cNvPr id="21529" name="Line 17">
              <a:extLst>
                <a:ext uri="{FF2B5EF4-FFF2-40B4-BE49-F238E27FC236}">
                  <a16:creationId xmlns:a16="http://schemas.microsoft.com/office/drawing/2014/main" id="{1817FCCE-4E9D-6048-A196-32085F7DAC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2" y="2651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30" name="Text Box 18">
              <a:extLst>
                <a:ext uri="{FF2B5EF4-FFF2-40B4-BE49-F238E27FC236}">
                  <a16:creationId xmlns:a16="http://schemas.microsoft.com/office/drawing/2014/main" id="{18A5F406-79D6-DE4A-B2F4-2638AE213E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" y="2411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2400">
                  <a:solidFill>
                    <a:schemeClr val="tx1"/>
                  </a:solidFill>
                  <a:latin typeface="Tahoma" panose="020B0604030504040204" pitchFamily="34" charset="0"/>
                </a:rPr>
                <a:t>n2</a:t>
              </a:r>
            </a:p>
          </p:txBody>
        </p:sp>
      </p:grpSp>
      <p:grpSp>
        <p:nvGrpSpPr>
          <p:cNvPr id="156696" name="Group 24">
            <a:extLst>
              <a:ext uri="{FF2B5EF4-FFF2-40B4-BE49-F238E27FC236}">
                <a16:creationId xmlns:a16="http://schemas.microsoft.com/office/drawing/2014/main" id="{2D973D03-D2FE-2245-8FEF-3FCA4690D7E5}"/>
              </a:ext>
            </a:extLst>
          </p:cNvPr>
          <p:cNvGrpSpPr>
            <a:grpSpLocks/>
          </p:cNvGrpSpPr>
          <p:nvPr/>
        </p:nvGrpSpPr>
        <p:grpSpPr bwMode="auto">
          <a:xfrm>
            <a:off x="2989263" y="3429000"/>
            <a:ext cx="896937" cy="550863"/>
            <a:chOff x="1883" y="2160"/>
            <a:chExt cx="565" cy="347"/>
          </a:xfrm>
        </p:grpSpPr>
        <p:sp>
          <p:nvSpPr>
            <p:cNvPr id="21527" name="Line 15">
              <a:extLst>
                <a:ext uri="{FF2B5EF4-FFF2-40B4-BE49-F238E27FC236}">
                  <a16:creationId xmlns:a16="http://schemas.microsoft.com/office/drawing/2014/main" id="{7759F89C-534D-3B42-B935-18551B208DF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907" y="2339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8" name="Text Box 19">
              <a:extLst>
                <a:ext uri="{FF2B5EF4-FFF2-40B4-BE49-F238E27FC236}">
                  <a16:creationId xmlns:a16="http://schemas.microsoft.com/office/drawing/2014/main" id="{5A848051-B3AC-6A4F-9731-E51974F5C4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16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2400">
                  <a:solidFill>
                    <a:schemeClr val="tx1"/>
                  </a:solidFill>
                  <a:latin typeface="Tahoma" panose="020B0604030504040204" pitchFamily="34" charset="0"/>
                </a:rPr>
                <a:t>n1</a:t>
              </a:r>
            </a:p>
          </p:txBody>
        </p:sp>
      </p:grpSp>
      <p:sp>
        <p:nvSpPr>
          <p:cNvPr id="156698" name="Text Box 26">
            <a:extLst>
              <a:ext uri="{FF2B5EF4-FFF2-40B4-BE49-F238E27FC236}">
                <a16:creationId xmlns:a16="http://schemas.microsoft.com/office/drawing/2014/main" id="{F5B0B516-E9BB-7C44-AC0E-77A512130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2636838"/>
            <a:ext cx="3581400" cy="158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/>
            <a:r>
              <a:rPr lang="es-ES" altLang="es-EC" sz="2000"/>
              <a:t>Si se detecta un f.e. 2, el daño viene por la derecha</a:t>
            </a:r>
          </a:p>
          <a:p>
            <a:pPr eaLnBrk="1" hangingPunct="1"/>
            <a:r>
              <a:rPr lang="es-ES" altLang="es-EC" sz="2000"/>
              <a:t>Si el siguiente nodo tiene un f.e. negativo, hay que rotar DI</a:t>
            </a:r>
          </a:p>
        </p:txBody>
      </p:sp>
      <p:sp>
        <p:nvSpPr>
          <p:cNvPr id="156699" name="Rectangle 27">
            <a:extLst>
              <a:ext uri="{FF2B5EF4-FFF2-40B4-BE49-F238E27FC236}">
                <a16:creationId xmlns:a16="http://schemas.microsoft.com/office/drawing/2014/main" id="{86400021-93D4-0B49-878A-A9A7388AB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636838"/>
            <a:ext cx="2735262" cy="26638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EC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156709" name="Group 37">
            <a:extLst>
              <a:ext uri="{FF2B5EF4-FFF2-40B4-BE49-F238E27FC236}">
                <a16:creationId xmlns:a16="http://schemas.microsoft.com/office/drawing/2014/main" id="{5C4B1C02-4C6C-4C45-B263-7B69B79BB68C}"/>
              </a:ext>
            </a:extLst>
          </p:cNvPr>
          <p:cNvGrpSpPr>
            <a:grpSpLocks/>
          </p:cNvGrpSpPr>
          <p:nvPr/>
        </p:nvGrpSpPr>
        <p:grpSpPr bwMode="auto">
          <a:xfrm>
            <a:off x="5813425" y="5056188"/>
            <a:ext cx="1371600" cy="1219200"/>
            <a:chOff x="3662" y="3185"/>
            <a:chExt cx="864" cy="768"/>
          </a:xfrm>
        </p:grpSpPr>
        <p:sp>
          <p:nvSpPr>
            <p:cNvPr id="21519" name="Oval 28">
              <a:extLst>
                <a:ext uri="{FF2B5EF4-FFF2-40B4-BE49-F238E27FC236}">
                  <a16:creationId xmlns:a16="http://schemas.microsoft.com/office/drawing/2014/main" id="{A31D8ADE-9655-7040-B998-B258FB5EA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0" y="3377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800">
                  <a:solidFill>
                    <a:schemeClr val="tx1"/>
                  </a:solidFill>
                  <a:latin typeface="Tahoma" panose="020B0604030504040204" pitchFamily="34" charset="0"/>
                </a:rPr>
                <a:t>18</a:t>
              </a:r>
            </a:p>
          </p:txBody>
        </p:sp>
        <p:sp>
          <p:nvSpPr>
            <p:cNvPr id="21520" name="Oval 29">
              <a:extLst>
                <a:ext uri="{FF2B5EF4-FFF2-40B4-BE49-F238E27FC236}">
                  <a16:creationId xmlns:a16="http://schemas.microsoft.com/office/drawing/2014/main" id="{A6D423E9-5297-8641-96D1-6C36D580D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2" y="3713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800">
                  <a:solidFill>
                    <a:schemeClr val="tx1"/>
                  </a:solidFill>
                  <a:latin typeface="Tahoma" panose="020B0604030504040204" pitchFamily="34" charset="0"/>
                </a:rPr>
                <a:t>20</a:t>
              </a:r>
            </a:p>
          </p:txBody>
        </p:sp>
        <p:sp>
          <p:nvSpPr>
            <p:cNvPr id="21521" name="Text Box 30">
              <a:extLst>
                <a:ext uri="{FF2B5EF4-FFF2-40B4-BE49-F238E27FC236}">
                  <a16:creationId xmlns:a16="http://schemas.microsoft.com/office/drawing/2014/main" id="{4AB811A9-F7A5-A84E-95D9-BBF667EFA2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2" y="3521"/>
              <a:ext cx="240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 b="1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cxnSp>
          <p:nvCxnSpPr>
            <p:cNvPr id="21522" name="AutoShape 31">
              <a:extLst>
                <a:ext uri="{FF2B5EF4-FFF2-40B4-BE49-F238E27FC236}">
                  <a16:creationId xmlns:a16="http://schemas.microsoft.com/office/drawing/2014/main" id="{E09E4ADF-FAAD-2748-9E57-B3394EC03EC6}"/>
                </a:ext>
              </a:extLst>
            </p:cNvPr>
            <p:cNvCxnSpPr>
              <a:cxnSpLocks noChangeShapeType="1"/>
              <a:stCxn id="21519" idx="3"/>
              <a:endCxn id="21520" idx="7"/>
            </p:cNvCxnSpPr>
            <p:nvPr/>
          </p:nvCxnSpPr>
          <p:spPr bwMode="auto">
            <a:xfrm flipH="1">
              <a:off x="3867" y="3582"/>
              <a:ext cx="118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523" name="Text Box 32">
              <a:extLst>
                <a:ext uri="{FF2B5EF4-FFF2-40B4-BE49-F238E27FC236}">
                  <a16:creationId xmlns:a16="http://schemas.microsoft.com/office/drawing/2014/main" id="{BF399FBB-D234-574E-93AF-68FF46D364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0" y="3185"/>
              <a:ext cx="240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 b="1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21524" name="Oval 33">
              <a:extLst>
                <a:ext uri="{FF2B5EF4-FFF2-40B4-BE49-F238E27FC236}">
                  <a16:creationId xmlns:a16="http://schemas.microsoft.com/office/drawing/2014/main" id="{E428F2F2-CEF9-624F-A8D2-82F27CD0A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2" y="3713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EC" sz="1800">
                  <a:solidFill>
                    <a:schemeClr val="tx1"/>
                  </a:solidFill>
                  <a:latin typeface="Tahoma" panose="020B0604030504040204" pitchFamily="34" charset="0"/>
                </a:rPr>
                <a:t>25</a:t>
              </a:r>
            </a:p>
          </p:txBody>
        </p:sp>
        <p:cxnSp>
          <p:nvCxnSpPr>
            <p:cNvPr id="21525" name="AutoShape 34">
              <a:extLst>
                <a:ext uri="{FF2B5EF4-FFF2-40B4-BE49-F238E27FC236}">
                  <a16:creationId xmlns:a16="http://schemas.microsoft.com/office/drawing/2014/main" id="{B5EB40F3-10CC-6A48-A3D8-CE6830E0A086}"/>
                </a:ext>
              </a:extLst>
            </p:cNvPr>
            <p:cNvCxnSpPr>
              <a:cxnSpLocks noChangeShapeType="1"/>
              <a:stCxn id="21519" idx="5"/>
              <a:endCxn id="21524" idx="0"/>
            </p:cNvCxnSpPr>
            <p:nvPr/>
          </p:nvCxnSpPr>
          <p:spPr bwMode="auto">
            <a:xfrm>
              <a:off x="4155" y="3582"/>
              <a:ext cx="107" cy="1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526" name="Text Box 35">
              <a:extLst>
                <a:ext uri="{FF2B5EF4-FFF2-40B4-BE49-F238E27FC236}">
                  <a16:creationId xmlns:a16="http://schemas.microsoft.com/office/drawing/2014/main" id="{9A62414D-66E3-4C43-905F-DBF1A98FE2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521"/>
              <a:ext cx="240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"/>
                <a:defRPr sz="3200">
                  <a:solidFill>
                    <a:srgbClr val="002850"/>
                  </a:solidFill>
                  <a:latin typeface="Arial Narrow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66FF"/>
                </a:buClr>
                <a:buSzPct val="80000"/>
                <a:buFont typeface="Wingdings" pitchFamily="2" charset="2"/>
                <a:buChar char=""/>
                <a:defRPr sz="2800">
                  <a:solidFill>
                    <a:srgbClr val="002850"/>
                  </a:solidFill>
                  <a:latin typeface="Arial Narrow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"/>
                <a:defRPr sz="24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CCFF"/>
                </a:buClr>
                <a:buSzPct val="80000"/>
                <a:buFont typeface="Wingdings" pitchFamily="2" charset="2"/>
                <a:buChar char=""/>
                <a:defRPr sz="2000">
                  <a:solidFill>
                    <a:srgbClr val="002850"/>
                  </a:solidFill>
                  <a:latin typeface="Arial Narrow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80000"/>
                <a:buFont typeface="Wingdings" pitchFamily="2" charset="2"/>
                <a:buChar char=""/>
                <a:defRPr sz="2000" i="1">
                  <a:solidFill>
                    <a:srgbClr val="002850"/>
                  </a:solidFill>
                  <a:latin typeface="Arial Narrow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ES" altLang="es-EC" sz="1200" b="1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sp>
        <p:nvSpPr>
          <p:cNvPr id="156710" name="Rectangle 38">
            <a:extLst>
              <a:ext uri="{FF2B5EF4-FFF2-40B4-BE49-F238E27FC236}">
                <a16:creationId xmlns:a16="http://schemas.microsoft.com/office/drawing/2014/main" id="{A56A93CF-4379-124C-80B7-291F2A67E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4868863"/>
            <a:ext cx="2016125" cy="1728787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EC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6711" name="AutoShape 39">
            <a:extLst>
              <a:ext uri="{FF2B5EF4-FFF2-40B4-BE49-F238E27FC236}">
                <a16:creationId xmlns:a16="http://schemas.microsoft.com/office/drawing/2014/main" id="{7E63328C-365C-E444-B70D-E54CFD812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4868863"/>
            <a:ext cx="1943100" cy="1081087"/>
          </a:xfrm>
          <a:prstGeom prst="rightArrow">
            <a:avLst>
              <a:gd name="adj1" fmla="val 49769"/>
              <a:gd name="adj2" fmla="val 47805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"/>
              <a:defRPr sz="3200">
                <a:solidFill>
                  <a:srgbClr val="002850"/>
                </a:solidFill>
                <a:latin typeface="Arial Narrow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  <a:defRPr sz="2800">
                <a:solidFill>
                  <a:srgbClr val="002850"/>
                </a:solidFill>
                <a:latin typeface="Arial Narrow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  <a:defRPr sz="2400" i="1">
                <a:solidFill>
                  <a:srgbClr val="002850"/>
                </a:solidFill>
                <a:latin typeface="Arial Narrow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CCFF"/>
              </a:buClr>
              <a:buSzPct val="80000"/>
              <a:buFont typeface="Wingdings" pitchFamily="2" charset="2"/>
              <a:buChar char=""/>
              <a:defRPr sz="2000">
                <a:solidFill>
                  <a:srgbClr val="002850"/>
                </a:solidFill>
                <a:latin typeface="Arial Narrow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"/>
              <a:defRPr sz="2000" i="1">
                <a:solidFill>
                  <a:srgbClr val="002850"/>
                </a:solidFill>
                <a:latin typeface="Arial Narrow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C" sz="1600">
                <a:solidFill>
                  <a:schemeClr val="tx1"/>
                </a:solidFill>
                <a:latin typeface="Tahoma" panose="020B0604030504040204" pitchFamily="34" charset="0"/>
              </a:rPr>
              <a:t>AL ROTAR</a:t>
            </a:r>
            <a:endParaRPr lang="es-EC" altLang="es-EC" sz="16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6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6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669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6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67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6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156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6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66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66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6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6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6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6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668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66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668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66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668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66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668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668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66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66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566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566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566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566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566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56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900" decel="100000" fill="hold"/>
                                        <p:tgtEl>
                                          <p:spTgt spid="156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6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56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56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56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567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56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1567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56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900" decel="100000" fill="hold"/>
                                        <p:tgtEl>
                                          <p:spTgt spid="156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6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 build="p"/>
      <p:bldP spid="156684" grpId="0" animBg="1"/>
      <p:bldP spid="156685" grpId="0" animBg="1"/>
      <p:bldP spid="156698" grpId="0"/>
      <p:bldP spid="156699" grpId="0" animBg="1"/>
      <p:bldP spid="156710" grpId="0" animBg="1"/>
      <p:bldP spid="156711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1042F7D4-3ACE-8045-894B-6E685BC8E5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C"/>
              <a:t>¿COMO ELEGIR ROTACION?</a:t>
            </a:r>
            <a:endParaRPr lang="es-EC" altLang="es-EC"/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9DEC662D-B523-894F-B78F-2522BF252A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5013" y="2143125"/>
            <a:ext cx="6645275" cy="37338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s-ES" altLang="es-EC" sz="2800"/>
              <a:t>Si N-&gt;fe == 2 </a:t>
            </a:r>
          </a:p>
          <a:p>
            <a:pPr lvl="1" eaLnBrk="1" hangingPunct="1">
              <a:lnSpc>
                <a:spcPct val="120000"/>
              </a:lnSpc>
            </a:pPr>
            <a:r>
              <a:rPr lang="es-ES" altLang="es-EC" sz="2400"/>
              <a:t>Si N1-&gt;fe  == 1, ROTACION DD</a:t>
            </a:r>
          </a:p>
          <a:p>
            <a:pPr lvl="1" eaLnBrk="1" hangingPunct="1">
              <a:lnSpc>
                <a:spcPct val="120000"/>
              </a:lnSpc>
            </a:pPr>
            <a:r>
              <a:rPr lang="es-ES" altLang="es-EC" sz="2400"/>
              <a:t>Si no ROTACION DI</a:t>
            </a:r>
          </a:p>
          <a:p>
            <a:pPr eaLnBrk="1" hangingPunct="1">
              <a:lnSpc>
                <a:spcPct val="120000"/>
              </a:lnSpc>
            </a:pPr>
            <a:r>
              <a:rPr lang="es-ES" altLang="es-EC" sz="2800"/>
              <a:t>Si N-&gt;fe == -2</a:t>
            </a:r>
          </a:p>
          <a:p>
            <a:pPr lvl="1" eaLnBrk="1" hangingPunct="1">
              <a:lnSpc>
                <a:spcPct val="120000"/>
              </a:lnSpc>
            </a:pPr>
            <a:r>
              <a:rPr lang="es-ES" altLang="es-EC" sz="2400"/>
              <a:t>Si N1-&gt;fe ==-1, ROTACION II</a:t>
            </a:r>
          </a:p>
          <a:p>
            <a:pPr lvl="1" eaLnBrk="1" hangingPunct="1">
              <a:lnSpc>
                <a:spcPct val="120000"/>
              </a:lnSpc>
            </a:pPr>
            <a:r>
              <a:rPr lang="es-ES" altLang="es-EC" sz="2400"/>
              <a:t>Si no ROTACION ID</a:t>
            </a:r>
          </a:p>
          <a:p>
            <a:pPr lvl="1" eaLnBrk="1" hangingPunct="1">
              <a:lnSpc>
                <a:spcPct val="120000"/>
              </a:lnSpc>
            </a:pPr>
            <a:endParaRPr lang="es-EC" altLang="es-EC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_FIEC3">
  <a:themeElements>
    <a:clrScheme name="">
      <a:dk1>
        <a:srgbClr val="000000"/>
      </a:dk1>
      <a:lt1>
        <a:srgbClr val="FFFFFF"/>
      </a:lt1>
      <a:dk2>
        <a:srgbClr val="008080"/>
      </a:dk2>
      <a:lt2>
        <a:srgbClr val="808080"/>
      </a:lt2>
      <a:accent1>
        <a:srgbClr val="99CCFF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3333CC"/>
      </a:hlink>
      <a:folHlink>
        <a:srgbClr val="AF67FF"/>
      </a:folHlink>
    </a:clrScheme>
    <a:fontScheme name="Pre_FIEC3">
      <a:majorFont>
        <a:latin typeface="Century Gothic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s-EC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s-EC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Pre_FIEC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_FIEC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_FIEC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_FIEC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_FIEC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_FIEC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_FIEC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_FIEC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_FIEC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_FIEC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_FIEC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_FIEC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Pre_FIEC3</Template>
  <TotalTime>10288</TotalTime>
  <Words>3210</Words>
  <Application>Microsoft Office PowerPoint</Application>
  <PresentationFormat>Presentación en pantalla (4:3)</PresentationFormat>
  <Paragraphs>1296</Paragraphs>
  <Slides>88</Slides>
  <Notes>1</Notes>
  <HiddenSlides>13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88</vt:i4>
      </vt:variant>
    </vt:vector>
  </HeadingPairs>
  <TitlesOfParts>
    <vt:vector size="100" baseType="lpstr">
      <vt:lpstr>Arial</vt:lpstr>
      <vt:lpstr>Arial Narrow</vt:lpstr>
      <vt:lpstr>Calibri</vt:lpstr>
      <vt:lpstr>Calibri Light</vt:lpstr>
      <vt:lpstr>Century Gothic</vt:lpstr>
      <vt:lpstr>Consolas</vt:lpstr>
      <vt:lpstr>Gill Sans MT</vt:lpstr>
      <vt:lpstr>Tahoma</vt:lpstr>
      <vt:lpstr>Trebuchet MS</vt:lpstr>
      <vt:lpstr>Wingdings</vt:lpstr>
      <vt:lpstr>Pre_FIEC3</vt:lpstr>
      <vt:lpstr>Diseño personalizado</vt:lpstr>
      <vt:lpstr>Presentación de PowerPoint</vt:lpstr>
      <vt:lpstr>Construya el ABB para:</vt:lpstr>
      <vt:lpstr>Construya el ABB para:</vt:lpstr>
      <vt:lpstr>Presentación de PowerPoint</vt:lpstr>
      <vt:lpstr>EFICIENCIA DE LOS ABB</vt:lpstr>
      <vt:lpstr>MAS EFICIENCIA</vt:lpstr>
      <vt:lpstr>ARBOLES EQUILIBRADOS (AVL)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Rotación Simple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Rotación Doble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Ejercicio</vt:lpstr>
      <vt:lpstr>Ejercicio</vt:lpstr>
      <vt:lpstr>Ejercicio</vt:lpstr>
      <vt:lpstr>REESTRUCTURACION</vt:lpstr>
      <vt:lpstr>INSERCION: CASOS POSIBLES</vt:lpstr>
      <vt:lpstr>CASO I: TODO OK</vt:lpstr>
      <vt:lpstr>ROTACION II</vt:lpstr>
      <vt:lpstr>ROTACION II: CASO 2</vt:lpstr>
      <vt:lpstr>ROTACION II: IMPLEMENTACION</vt:lpstr>
      <vt:lpstr>ROTACION DD</vt:lpstr>
      <vt:lpstr>TAREA PARA LA CASA</vt:lpstr>
      <vt:lpstr>ROTACION ID</vt:lpstr>
      <vt:lpstr>ROTACION ID: CASO 2</vt:lpstr>
      <vt:lpstr>ROTACION ID: IMPLEMENTACION </vt:lpstr>
      <vt:lpstr>ROTACION DI</vt:lpstr>
      <vt:lpstr>¿COMO ELEGIR ROTACION?</vt:lpstr>
    </vt:vector>
  </TitlesOfParts>
  <Company>ESPOL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ARBOLES BALANCEADOS</dc:title>
  <dc:creator>Marisol Villacres</dc:creator>
  <cp:lastModifiedBy>Steven Isaac Santillan Padilla</cp:lastModifiedBy>
  <cp:revision>626</cp:revision>
  <cp:lastPrinted>1601-01-01T00:00:00Z</cp:lastPrinted>
  <dcterms:created xsi:type="dcterms:W3CDTF">2003-01-04T14:09:19Z</dcterms:created>
  <dcterms:modified xsi:type="dcterms:W3CDTF">2024-12-17T16:17:35Z</dcterms:modified>
</cp:coreProperties>
</file>